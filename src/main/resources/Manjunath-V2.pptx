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79" r:id="rId2"/>
    <p:sldId id="278" r:id="rId3"/>
    <p:sldId id="268" r:id="rId4"/>
    <p:sldId id="280" r:id="rId5"/>
    <p:sldId id="282" r:id="rId6"/>
    <p:sldId id="26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4082" autoAdjust="0"/>
  </p:normalViewPr>
  <p:slideViewPr>
    <p:cSldViewPr snapToGrid="0">
      <p:cViewPr varScale="1">
        <p:scale>
          <a:sx n="42" d="100"/>
          <a:sy n="42" d="100"/>
        </p:scale>
        <p:origin x="16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yatri hiremath" userId="f8ab3e9b8991933e" providerId="LiveId" clId="{EC544EFA-8BD4-45FC-B1DA-F7F88C206656}"/>
    <pc:docChg chg="undo custSel addSld delSld modSld">
      <pc:chgData name="gayatri hiremath" userId="f8ab3e9b8991933e" providerId="LiveId" clId="{EC544EFA-8BD4-45FC-B1DA-F7F88C206656}" dt="2026-06-07T14:09:04.837" v="643" actId="1076"/>
      <pc:docMkLst>
        <pc:docMk/>
      </pc:docMkLst>
      <pc:sldChg chg="modSp add del mod modNotesTx">
        <pc:chgData name="gayatri hiremath" userId="f8ab3e9b8991933e" providerId="LiveId" clId="{EC544EFA-8BD4-45FC-B1DA-F7F88C206656}" dt="2026-06-07T13:55:35.874" v="531" actId="20577"/>
        <pc:sldMkLst>
          <pc:docMk/>
          <pc:sldMk cId="3586992287" sldId="267"/>
        </pc:sldMkLst>
        <pc:spChg chg="mod">
          <ac:chgData name="gayatri hiremath" userId="f8ab3e9b8991933e" providerId="LiveId" clId="{EC544EFA-8BD4-45FC-B1DA-F7F88C206656}" dt="2026-06-07T13:55:35.874" v="531" actId="20577"/>
          <ac:spMkLst>
            <pc:docMk/>
            <pc:sldMk cId="3586992287" sldId="267"/>
            <ac:spMk id="4" creationId="{4279283C-07CC-D5ED-4187-80C59D1EDB5B}"/>
          </ac:spMkLst>
        </pc:spChg>
      </pc:sldChg>
      <pc:sldChg chg="addSp delSp modSp mod modNotesTx">
        <pc:chgData name="gayatri hiremath" userId="f8ab3e9b8991933e" providerId="LiveId" clId="{EC544EFA-8BD4-45FC-B1DA-F7F88C206656}" dt="2026-06-07T13:44:04.702" v="520" actId="113"/>
        <pc:sldMkLst>
          <pc:docMk/>
          <pc:sldMk cId="262201793" sldId="268"/>
        </pc:sldMkLst>
        <pc:spChg chg="mod">
          <ac:chgData name="gayatri hiremath" userId="f8ab3e9b8991933e" providerId="LiveId" clId="{EC544EFA-8BD4-45FC-B1DA-F7F88C206656}" dt="2026-06-07T13:44:04.702" v="520" actId="113"/>
          <ac:spMkLst>
            <pc:docMk/>
            <pc:sldMk cId="262201793" sldId="268"/>
            <ac:spMk id="2" creationId="{52660E60-DA07-D984-4431-BBC9E7935506}"/>
          </ac:spMkLst>
        </pc:spChg>
        <pc:spChg chg="add del mod">
          <ac:chgData name="gayatri hiremath" userId="f8ab3e9b8991933e" providerId="LiveId" clId="{EC544EFA-8BD4-45FC-B1DA-F7F88C206656}" dt="2026-06-07T12:22:15.396" v="99"/>
          <ac:spMkLst>
            <pc:docMk/>
            <pc:sldMk cId="262201793" sldId="268"/>
            <ac:spMk id="4" creationId="{1C3820C0-1390-3A01-0610-350E9E3757C0}"/>
          </ac:spMkLst>
        </pc:spChg>
        <pc:spChg chg="add mod">
          <ac:chgData name="gayatri hiremath" userId="f8ab3e9b8991933e" providerId="LiveId" clId="{EC544EFA-8BD4-45FC-B1DA-F7F88C206656}" dt="2026-06-07T12:59:18.201" v="336" actId="1036"/>
          <ac:spMkLst>
            <pc:docMk/>
            <pc:sldMk cId="262201793" sldId="268"/>
            <ac:spMk id="6" creationId="{FB3354DF-FBC8-3046-298C-3ACE775A7690}"/>
          </ac:spMkLst>
        </pc:spChg>
        <pc:spChg chg="add del mod">
          <ac:chgData name="gayatri hiremath" userId="f8ab3e9b8991933e" providerId="LiveId" clId="{EC544EFA-8BD4-45FC-B1DA-F7F88C206656}" dt="2026-06-07T12:21:41.808" v="90" actId="478"/>
          <ac:spMkLst>
            <pc:docMk/>
            <pc:sldMk cId="262201793" sldId="268"/>
            <ac:spMk id="7" creationId="{3100EF1C-2391-A860-8DD7-FDC4C88EABE7}"/>
          </ac:spMkLst>
        </pc:spChg>
        <pc:spChg chg="add del mod">
          <ac:chgData name="gayatri hiremath" userId="f8ab3e9b8991933e" providerId="LiveId" clId="{EC544EFA-8BD4-45FC-B1DA-F7F88C206656}" dt="2026-06-07T12:22:15.394" v="97" actId="478"/>
          <ac:spMkLst>
            <pc:docMk/>
            <pc:sldMk cId="262201793" sldId="268"/>
            <ac:spMk id="8" creationId="{E563E7FD-AFF8-8D9F-D095-8B16D028F172}"/>
          </ac:spMkLst>
        </pc:spChg>
        <pc:spChg chg="add del">
          <ac:chgData name="gayatri hiremath" userId="f8ab3e9b8991933e" providerId="LiveId" clId="{EC544EFA-8BD4-45FC-B1DA-F7F88C206656}" dt="2026-06-07T12:23:32.886" v="111" actId="478"/>
          <ac:spMkLst>
            <pc:docMk/>
            <pc:sldMk cId="262201793" sldId="268"/>
            <ac:spMk id="9" creationId="{6C8E39F7-64A7-83B3-CE52-A03ECBF8079B}"/>
          </ac:spMkLst>
        </pc:spChg>
        <pc:spChg chg="add del mod">
          <ac:chgData name="gayatri hiremath" userId="f8ab3e9b8991933e" providerId="LiveId" clId="{EC544EFA-8BD4-45FC-B1DA-F7F88C206656}" dt="2026-06-07T12:23:32.886" v="111" actId="478"/>
          <ac:spMkLst>
            <pc:docMk/>
            <pc:sldMk cId="262201793" sldId="268"/>
            <ac:spMk id="10" creationId="{DAC72217-2287-700F-E0CA-1F2AC835F1BC}"/>
          </ac:spMkLst>
        </pc:spChg>
        <pc:spChg chg="add del mod">
          <ac:chgData name="gayatri hiremath" userId="f8ab3e9b8991933e" providerId="LiveId" clId="{EC544EFA-8BD4-45FC-B1DA-F7F88C206656}" dt="2026-06-07T12:23:32.886" v="111" actId="478"/>
          <ac:spMkLst>
            <pc:docMk/>
            <pc:sldMk cId="262201793" sldId="268"/>
            <ac:spMk id="11" creationId="{6647F1E6-75FB-A018-5184-91D45D86D7B7}"/>
          </ac:spMkLst>
        </pc:spChg>
        <pc:spChg chg="add del mod">
          <ac:chgData name="gayatri hiremath" userId="f8ab3e9b8991933e" providerId="LiveId" clId="{EC544EFA-8BD4-45FC-B1DA-F7F88C206656}" dt="2026-06-07T12:23:32.886" v="111" actId="478"/>
          <ac:spMkLst>
            <pc:docMk/>
            <pc:sldMk cId="262201793" sldId="268"/>
            <ac:spMk id="12" creationId="{365F6008-F38F-5335-5543-856FCA19E5AF}"/>
          </ac:spMkLst>
        </pc:spChg>
        <pc:spChg chg="del">
          <ac:chgData name="gayatri hiremath" userId="f8ab3e9b8991933e" providerId="LiveId" clId="{EC544EFA-8BD4-45FC-B1DA-F7F88C206656}" dt="2026-06-07T12:19:09.732" v="70" actId="478"/>
          <ac:spMkLst>
            <pc:docMk/>
            <pc:sldMk cId="262201793" sldId="268"/>
            <ac:spMk id="46" creationId="{08433B96-F4F8-7938-7AD4-0F7D7C17674D}"/>
          </ac:spMkLst>
        </pc:spChg>
        <pc:graphicFrameChg chg="add mod modGraphic">
          <ac:chgData name="gayatri hiremath" userId="f8ab3e9b8991933e" providerId="LiveId" clId="{EC544EFA-8BD4-45FC-B1DA-F7F88C206656}" dt="2026-06-07T12:59:07.228" v="330" actId="14100"/>
          <ac:graphicFrameMkLst>
            <pc:docMk/>
            <pc:sldMk cId="262201793" sldId="268"/>
            <ac:graphicFrameMk id="13" creationId="{00C3414F-6B76-88F6-9F2B-4B540E025812}"/>
          </ac:graphicFrameMkLst>
        </pc:graphicFrameChg>
        <pc:graphicFrameChg chg="del">
          <ac:chgData name="gayatri hiremath" userId="f8ab3e9b8991933e" providerId="LiveId" clId="{EC544EFA-8BD4-45FC-B1DA-F7F88C206656}" dt="2026-06-07T12:19:09.732" v="70" actId="478"/>
          <ac:graphicFrameMkLst>
            <pc:docMk/>
            <pc:sldMk cId="262201793" sldId="268"/>
            <ac:graphicFrameMk id="41" creationId="{ABC5C921-20F0-AF03-EBF8-E63023FC3C98}"/>
          </ac:graphicFrameMkLst>
        </pc:graphicFrameChg>
        <pc:graphicFrameChg chg="del">
          <ac:chgData name="gayatri hiremath" userId="f8ab3e9b8991933e" providerId="LiveId" clId="{EC544EFA-8BD4-45FC-B1DA-F7F88C206656}" dt="2026-06-07T12:19:09.732" v="70" actId="478"/>
          <ac:graphicFrameMkLst>
            <pc:docMk/>
            <pc:sldMk cId="262201793" sldId="268"/>
            <ac:graphicFrameMk id="43" creationId="{4254F873-2E36-610B-D591-F5219441B9A6}"/>
          </ac:graphicFrameMkLst>
        </pc:graphicFrameChg>
        <pc:graphicFrameChg chg="del">
          <ac:chgData name="gayatri hiremath" userId="f8ab3e9b8991933e" providerId="LiveId" clId="{EC544EFA-8BD4-45FC-B1DA-F7F88C206656}" dt="2026-06-07T12:19:09.732" v="70" actId="478"/>
          <ac:graphicFrameMkLst>
            <pc:docMk/>
            <pc:sldMk cId="262201793" sldId="268"/>
            <ac:graphicFrameMk id="44" creationId="{6A1A9BC3-174D-7CAB-5CBE-3D986801351F}"/>
          </ac:graphicFrameMkLst>
        </pc:graphicFrameChg>
        <pc:graphicFrameChg chg="del">
          <ac:chgData name="gayatri hiremath" userId="f8ab3e9b8991933e" providerId="LiveId" clId="{EC544EFA-8BD4-45FC-B1DA-F7F88C206656}" dt="2026-06-07T12:19:09.732" v="70" actId="478"/>
          <ac:graphicFrameMkLst>
            <pc:docMk/>
            <pc:sldMk cId="262201793" sldId="268"/>
            <ac:graphicFrameMk id="47" creationId="{F00963B4-FF1D-B81C-AFE9-EE35FC45C7AA}"/>
          </ac:graphicFrameMkLst>
        </pc:graphicFrameChg>
        <pc:graphicFrameChg chg="del">
          <ac:chgData name="gayatri hiremath" userId="f8ab3e9b8991933e" providerId="LiveId" clId="{EC544EFA-8BD4-45FC-B1DA-F7F88C206656}" dt="2026-06-07T12:19:09.732" v="70" actId="478"/>
          <ac:graphicFrameMkLst>
            <pc:docMk/>
            <pc:sldMk cId="262201793" sldId="268"/>
            <ac:graphicFrameMk id="48" creationId="{90A5B97D-1C44-9CF1-C2D4-4CC84A5D5D65}"/>
          </ac:graphicFrameMkLst>
        </pc:graphicFrameChg>
        <pc:picChg chg="add mod">
          <ac:chgData name="gayatri hiremath" userId="f8ab3e9b8991933e" providerId="LiveId" clId="{EC544EFA-8BD4-45FC-B1DA-F7F88C206656}" dt="2026-06-07T12:51:15.607" v="282" actId="1076"/>
          <ac:picMkLst>
            <pc:docMk/>
            <pc:sldMk cId="262201793" sldId="268"/>
            <ac:picMk id="15" creationId="{91BD39E3-39A1-188B-0762-9C60369E04F4}"/>
          </ac:picMkLst>
        </pc:picChg>
      </pc:sldChg>
      <pc:sldChg chg="del modNotesTx">
        <pc:chgData name="gayatri hiremath" userId="f8ab3e9b8991933e" providerId="LiveId" clId="{EC544EFA-8BD4-45FC-B1DA-F7F88C206656}" dt="2026-06-07T12:19:51.388" v="79" actId="47"/>
        <pc:sldMkLst>
          <pc:docMk/>
          <pc:sldMk cId="1205995576" sldId="269"/>
        </pc:sldMkLst>
      </pc:sldChg>
      <pc:sldChg chg="del">
        <pc:chgData name="gayatri hiremath" userId="f8ab3e9b8991933e" providerId="LiveId" clId="{EC544EFA-8BD4-45FC-B1DA-F7F88C206656}" dt="2026-06-07T12:07:45.625" v="14" actId="47"/>
        <pc:sldMkLst>
          <pc:docMk/>
          <pc:sldMk cId="1427318408" sldId="276"/>
        </pc:sldMkLst>
      </pc:sldChg>
      <pc:sldChg chg="modSp mod modNotesTx">
        <pc:chgData name="gayatri hiremath" userId="f8ab3e9b8991933e" providerId="LiveId" clId="{EC544EFA-8BD4-45FC-B1DA-F7F88C206656}" dt="2026-06-07T14:01:37.966" v="581" actId="20577"/>
        <pc:sldMkLst>
          <pc:docMk/>
          <pc:sldMk cId="2794816215" sldId="278"/>
        </pc:sldMkLst>
        <pc:spChg chg="mod">
          <ac:chgData name="gayatri hiremath" userId="f8ab3e9b8991933e" providerId="LiveId" clId="{EC544EFA-8BD4-45FC-B1DA-F7F88C206656}" dt="2026-06-07T12:09:55.942" v="22" actId="113"/>
          <ac:spMkLst>
            <pc:docMk/>
            <pc:sldMk cId="2794816215" sldId="278"/>
            <ac:spMk id="2" creationId="{3916D9AC-ECA8-4BA5-4213-BD4E4CE480A8}"/>
          </ac:spMkLst>
        </pc:spChg>
        <pc:spChg chg="mod">
          <ac:chgData name="gayatri hiremath" userId="f8ab3e9b8991933e" providerId="LiveId" clId="{EC544EFA-8BD4-45FC-B1DA-F7F88C206656}" dt="2026-06-07T14:00:51.704" v="566" actId="207"/>
          <ac:spMkLst>
            <pc:docMk/>
            <pc:sldMk cId="2794816215" sldId="278"/>
            <ac:spMk id="6" creationId="{0C4BD172-E825-E35A-3386-A295AC983556}"/>
          </ac:spMkLst>
        </pc:spChg>
        <pc:spChg chg="mod">
          <ac:chgData name="gayatri hiremath" userId="f8ab3e9b8991933e" providerId="LiveId" clId="{EC544EFA-8BD4-45FC-B1DA-F7F88C206656}" dt="2026-06-07T13:55:14.152" v="529" actId="1035"/>
          <ac:spMkLst>
            <pc:docMk/>
            <pc:sldMk cId="2794816215" sldId="278"/>
            <ac:spMk id="10" creationId="{6C4392F9-B1BC-94A2-E0B0-EBA30DD1C662}"/>
          </ac:spMkLst>
        </pc:spChg>
        <pc:spChg chg="mod">
          <ac:chgData name="gayatri hiremath" userId="f8ab3e9b8991933e" providerId="LiveId" clId="{EC544EFA-8BD4-45FC-B1DA-F7F88C206656}" dt="2026-06-07T14:00:57.301" v="567" actId="207"/>
          <ac:spMkLst>
            <pc:docMk/>
            <pc:sldMk cId="2794816215" sldId="278"/>
            <ac:spMk id="11" creationId="{C1718F61-38F6-91BC-DCED-7354DA25E0A0}"/>
          </ac:spMkLst>
        </pc:spChg>
        <pc:spChg chg="mod">
          <ac:chgData name="gayatri hiremath" userId="f8ab3e9b8991933e" providerId="LiveId" clId="{EC544EFA-8BD4-45FC-B1DA-F7F88C206656}" dt="2026-06-07T13:55:14.152" v="529" actId="1035"/>
          <ac:spMkLst>
            <pc:docMk/>
            <pc:sldMk cId="2794816215" sldId="278"/>
            <ac:spMk id="12" creationId="{1E2F3EC6-1564-1434-18BF-9D5B7CC3E179}"/>
          </ac:spMkLst>
        </pc:spChg>
        <pc:spChg chg="mod">
          <ac:chgData name="gayatri hiremath" userId="f8ab3e9b8991933e" providerId="LiveId" clId="{EC544EFA-8BD4-45FC-B1DA-F7F88C206656}" dt="2026-06-07T14:01:37.966" v="581" actId="20577"/>
          <ac:spMkLst>
            <pc:docMk/>
            <pc:sldMk cId="2794816215" sldId="278"/>
            <ac:spMk id="13" creationId="{2F1BC2DA-F0F4-F984-C109-25C9E358784D}"/>
          </ac:spMkLst>
        </pc:spChg>
        <pc:spChg chg="mod">
          <ac:chgData name="gayatri hiremath" userId="f8ab3e9b8991933e" providerId="LiveId" clId="{EC544EFA-8BD4-45FC-B1DA-F7F88C206656}" dt="2026-06-07T13:55:14.152" v="529" actId="1035"/>
          <ac:spMkLst>
            <pc:docMk/>
            <pc:sldMk cId="2794816215" sldId="278"/>
            <ac:spMk id="14" creationId="{5B265AF1-C41B-2E11-F3DA-10181BCA71B7}"/>
          </ac:spMkLst>
        </pc:spChg>
        <pc:spChg chg="mod">
          <ac:chgData name="gayatri hiremath" userId="f8ab3e9b8991933e" providerId="LiveId" clId="{EC544EFA-8BD4-45FC-B1DA-F7F88C206656}" dt="2026-06-07T13:55:14.152" v="529" actId="1035"/>
          <ac:spMkLst>
            <pc:docMk/>
            <pc:sldMk cId="2794816215" sldId="278"/>
            <ac:spMk id="15" creationId="{FCA0A324-82F8-C790-B8F3-BE395623696D}"/>
          </ac:spMkLst>
        </pc:spChg>
        <pc:spChg chg="mod">
          <ac:chgData name="gayatri hiremath" userId="f8ab3e9b8991933e" providerId="LiveId" clId="{EC544EFA-8BD4-45FC-B1DA-F7F88C206656}" dt="2026-06-07T13:55:14.152" v="529" actId="1035"/>
          <ac:spMkLst>
            <pc:docMk/>
            <pc:sldMk cId="2794816215" sldId="278"/>
            <ac:spMk id="16" creationId="{4C4880A0-8719-FAB1-4809-9920CFEAB92F}"/>
          </ac:spMkLst>
        </pc:spChg>
      </pc:sldChg>
      <pc:sldChg chg="addSp modSp mod modNotesTx">
        <pc:chgData name="gayatri hiremath" userId="f8ab3e9b8991933e" providerId="LiveId" clId="{EC544EFA-8BD4-45FC-B1DA-F7F88C206656}" dt="2026-06-07T14:09:04.837" v="643" actId="1076"/>
        <pc:sldMkLst>
          <pc:docMk/>
          <pc:sldMk cId="2228065501" sldId="279"/>
        </pc:sldMkLst>
        <pc:spChg chg="mod">
          <ac:chgData name="gayatri hiremath" userId="f8ab3e9b8991933e" providerId="LiveId" clId="{EC544EFA-8BD4-45FC-B1DA-F7F88C206656}" dt="2026-06-07T12:08:30.714" v="16" actId="113"/>
          <ac:spMkLst>
            <pc:docMk/>
            <pc:sldMk cId="2228065501" sldId="279"/>
            <ac:spMk id="2" creationId="{FF6EFFFC-C06F-C40F-8673-3FA2A529ADE4}"/>
          </ac:spMkLst>
        </pc:spChg>
        <pc:spChg chg="mod">
          <ac:chgData name="gayatri hiremath" userId="f8ab3e9b8991933e" providerId="LiveId" clId="{EC544EFA-8BD4-45FC-B1DA-F7F88C206656}" dt="2026-06-07T14:08:59.528" v="642" actId="27636"/>
          <ac:spMkLst>
            <pc:docMk/>
            <pc:sldMk cId="2228065501" sldId="279"/>
            <ac:spMk id="3" creationId="{25FA8A00-AC6B-7195-1ECC-3DDEAF46D6CE}"/>
          </ac:spMkLst>
        </pc:spChg>
        <pc:cxnChg chg="add mod">
          <ac:chgData name="gayatri hiremath" userId="f8ab3e9b8991933e" providerId="LiveId" clId="{EC544EFA-8BD4-45FC-B1DA-F7F88C206656}" dt="2026-06-07T14:09:04.837" v="643" actId="1076"/>
          <ac:cxnSpMkLst>
            <pc:docMk/>
            <pc:sldMk cId="2228065501" sldId="279"/>
            <ac:cxnSpMk id="4" creationId="{842BA168-C897-5BD1-96BE-EAE4501E0A89}"/>
          </ac:cxnSpMkLst>
        </pc:cxnChg>
        <pc:cxnChg chg="add mod">
          <ac:chgData name="gayatri hiremath" userId="f8ab3e9b8991933e" providerId="LiveId" clId="{EC544EFA-8BD4-45FC-B1DA-F7F88C206656}" dt="2026-06-07T14:05:55.370" v="612" actId="1076"/>
          <ac:cxnSpMkLst>
            <pc:docMk/>
            <pc:sldMk cId="2228065501" sldId="279"/>
            <ac:cxnSpMk id="5" creationId="{B01330D3-C9A6-5617-9B83-B60C6E4794E8}"/>
          </ac:cxnSpMkLst>
        </pc:cxnChg>
      </pc:sldChg>
      <pc:sldChg chg="modSp add mod modNotesTx">
        <pc:chgData name="gayatri hiremath" userId="f8ab3e9b8991933e" providerId="LiveId" clId="{EC544EFA-8BD4-45FC-B1DA-F7F88C206656}" dt="2026-06-07T14:02:57.238" v="585" actId="207"/>
        <pc:sldMkLst>
          <pc:docMk/>
          <pc:sldMk cId="2131050229" sldId="280"/>
        </pc:sldMkLst>
        <pc:spChg chg="mod">
          <ac:chgData name="gayatri hiremath" userId="f8ab3e9b8991933e" providerId="LiveId" clId="{EC544EFA-8BD4-45FC-B1DA-F7F88C206656}" dt="2026-06-07T13:44:01.321" v="519" actId="113"/>
          <ac:spMkLst>
            <pc:docMk/>
            <pc:sldMk cId="2131050229" sldId="280"/>
            <ac:spMk id="2" creationId="{C283DBAE-5410-2C8E-248D-1F64A5D294F9}"/>
          </ac:spMkLst>
        </pc:spChg>
        <pc:spChg chg="mod">
          <ac:chgData name="gayatri hiremath" userId="f8ab3e9b8991933e" providerId="LiveId" clId="{EC544EFA-8BD4-45FC-B1DA-F7F88C206656}" dt="2026-06-07T14:02:20.521" v="582" actId="207"/>
          <ac:spMkLst>
            <pc:docMk/>
            <pc:sldMk cId="2131050229" sldId="280"/>
            <ac:spMk id="6" creationId="{93B8EA25-35C6-A924-00EE-AB91E30D1C1F}"/>
          </ac:spMkLst>
        </pc:spChg>
        <pc:spChg chg="mod">
          <ac:chgData name="gayatri hiremath" userId="f8ab3e9b8991933e" providerId="LiveId" clId="{EC544EFA-8BD4-45FC-B1DA-F7F88C206656}" dt="2026-06-07T12:52:30.301" v="286"/>
          <ac:spMkLst>
            <pc:docMk/>
            <pc:sldMk cId="2131050229" sldId="280"/>
            <ac:spMk id="10" creationId="{48845D58-E44D-8F32-71A5-1587AA4DF974}"/>
          </ac:spMkLst>
        </pc:spChg>
        <pc:spChg chg="mod">
          <ac:chgData name="gayatri hiremath" userId="f8ab3e9b8991933e" providerId="LiveId" clId="{EC544EFA-8BD4-45FC-B1DA-F7F88C206656}" dt="2026-06-07T14:02:38.242" v="583" actId="207"/>
          <ac:spMkLst>
            <pc:docMk/>
            <pc:sldMk cId="2131050229" sldId="280"/>
            <ac:spMk id="11" creationId="{2BEB73BD-129A-E629-A018-9D1949B09069}"/>
          </ac:spMkLst>
        </pc:spChg>
        <pc:spChg chg="mod">
          <ac:chgData name="gayatri hiremath" userId="f8ab3e9b8991933e" providerId="LiveId" clId="{EC544EFA-8BD4-45FC-B1DA-F7F88C206656}" dt="2026-06-07T12:53:00.874" v="290"/>
          <ac:spMkLst>
            <pc:docMk/>
            <pc:sldMk cId="2131050229" sldId="280"/>
            <ac:spMk id="12" creationId="{283632E2-9D6A-6A75-BE7A-02224F8E345D}"/>
          </ac:spMkLst>
        </pc:spChg>
        <pc:spChg chg="mod">
          <ac:chgData name="gayatri hiremath" userId="f8ab3e9b8991933e" providerId="LiveId" clId="{EC544EFA-8BD4-45FC-B1DA-F7F88C206656}" dt="2026-06-07T14:02:49.561" v="584" actId="207"/>
          <ac:spMkLst>
            <pc:docMk/>
            <pc:sldMk cId="2131050229" sldId="280"/>
            <ac:spMk id="13" creationId="{6A0A6C57-9C30-77BF-ED8E-10F337502A09}"/>
          </ac:spMkLst>
        </pc:spChg>
        <pc:spChg chg="mod">
          <ac:chgData name="gayatri hiremath" userId="f8ab3e9b8991933e" providerId="LiveId" clId="{EC544EFA-8BD4-45FC-B1DA-F7F88C206656}" dt="2026-06-07T12:54:02.265" v="303"/>
          <ac:spMkLst>
            <pc:docMk/>
            <pc:sldMk cId="2131050229" sldId="280"/>
            <ac:spMk id="14" creationId="{5A5C721A-8307-60F9-2F3C-6B178E0EBA0A}"/>
          </ac:spMkLst>
        </pc:spChg>
        <pc:spChg chg="mod">
          <ac:chgData name="gayatri hiremath" userId="f8ab3e9b8991933e" providerId="LiveId" clId="{EC544EFA-8BD4-45FC-B1DA-F7F88C206656}" dt="2026-06-07T14:02:57.238" v="585" actId="207"/>
          <ac:spMkLst>
            <pc:docMk/>
            <pc:sldMk cId="2131050229" sldId="280"/>
            <ac:spMk id="15" creationId="{3D9ECE45-2A21-BE0A-AA75-430C34EA38AC}"/>
          </ac:spMkLst>
        </pc:spChg>
        <pc:spChg chg="mod">
          <ac:chgData name="gayatri hiremath" userId="f8ab3e9b8991933e" providerId="LiveId" clId="{EC544EFA-8BD4-45FC-B1DA-F7F88C206656}" dt="2026-06-07T12:54:14.275" v="305"/>
          <ac:spMkLst>
            <pc:docMk/>
            <pc:sldMk cId="2131050229" sldId="280"/>
            <ac:spMk id="16" creationId="{150BA20D-BF83-D2E6-AD20-375285734E94}"/>
          </ac:spMkLst>
        </pc:spChg>
      </pc:sldChg>
      <pc:sldChg chg="new del">
        <pc:chgData name="gayatri hiremath" userId="f8ab3e9b8991933e" providerId="LiveId" clId="{EC544EFA-8BD4-45FC-B1DA-F7F88C206656}" dt="2026-06-07T12:05:47.444" v="4" actId="47"/>
        <pc:sldMkLst>
          <pc:docMk/>
          <pc:sldMk cId="2710640810" sldId="280"/>
        </pc:sldMkLst>
      </pc:sldChg>
      <pc:sldChg chg="addSp delSp modSp add del mod modNotesTx">
        <pc:chgData name="gayatri hiremath" userId="f8ab3e9b8991933e" providerId="LiveId" clId="{EC544EFA-8BD4-45FC-B1DA-F7F88C206656}" dt="2026-06-07T13:43:20.312" v="517" actId="47"/>
        <pc:sldMkLst>
          <pc:docMk/>
          <pc:sldMk cId="3435040424" sldId="281"/>
        </pc:sldMkLst>
        <pc:spChg chg="mod">
          <ac:chgData name="gayatri hiremath" userId="f8ab3e9b8991933e" providerId="LiveId" clId="{EC544EFA-8BD4-45FC-B1DA-F7F88C206656}" dt="2026-06-07T13:36:43.859" v="474"/>
          <ac:spMkLst>
            <pc:docMk/>
            <pc:sldMk cId="3435040424" sldId="281"/>
            <ac:spMk id="2" creationId="{12F58EDC-E101-3155-CFE6-3FA932DE189B}"/>
          </ac:spMkLst>
        </pc:spChg>
        <pc:spChg chg="add del mod">
          <ac:chgData name="gayatri hiremath" userId="f8ab3e9b8991933e" providerId="LiveId" clId="{EC544EFA-8BD4-45FC-B1DA-F7F88C206656}" dt="2026-06-07T13:09:16.418" v="339" actId="478"/>
          <ac:spMkLst>
            <pc:docMk/>
            <pc:sldMk cId="3435040424" sldId="281"/>
            <ac:spMk id="4" creationId="{7A100781-D197-3B9D-3082-1597AF072407}"/>
          </ac:spMkLst>
        </pc:spChg>
        <pc:spChg chg="del">
          <ac:chgData name="gayatri hiremath" userId="f8ab3e9b8991933e" providerId="LiveId" clId="{EC544EFA-8BD4-45FC-B1DA-F7F88C206656}" dt="2026-06-07T12:56:46.367" v="325" actId="478"/>
          <ac:spMkLst>
            <pc:docMk/>
            <pc:sldMk cId="3435040424" sldId="281"/>
            <ac:spMk id="6" creationId="{DE0D455F-0595-43A1-53DB-2B2CB88975C8}"/>
          </ac:spMkLst>
        </pc:spChg>
        <pc:spChg chg="add del mod">
          <ac:chgData name="gayatri hiremath" userId="f8ab3e9b8991933e" providerId="LiveId" clId="{EC544EFA-8BD4-45FC-B1DA-F7F88C206656}" dt="2026-06-07T13:24:26.082" v="460" actId="478"/>
          <ac:spMkLst>
            <pc:docMk/>
            <pc:sldMk cId="3435040424" sldId="281"/>
            <ac:spMk id="7" creationId="{E63BB7A5-3822-D4B9-926F-6055A5FF5393}"/>
          </ac:spMkLst>
        </pc:spChg>
        <pc:spChg chg="del">
          <ac:chgData name="gayatri hiremath" userId="f8ab3e9b8991933e" providerId="LiveId" clId="{EC544EFA-8BD4-45FC-B1DA-F7F88C206656}" dt="2026-06-07T12:56:52.312" v="326" actId="478"/>
          <ac:spMkLst>
            <pc:docMk/>
            <pc:sldMk cId="3435040424" sldId="281"/>
            <ac:spMk id="10" creationId="{C40C20AF-A240-E01B-30EA-2BDE7228AE04}"/>
          </ac:spMkLst>
        </pc:spChg>
        <pc:spChg chg="del">
          <ac:chgData name="gayatri hiremath" userId="f8ab3e9b8991933e" providerId="LiveId" clId="{EC544EFA-8BD4-45FC-B1DA-F7F88C206656}" dt="2026-06-07T12:56:46.367" v="325" actId="478"/>
          <ac:spMkLst>
            <pc:docMk/>
            <pc:sldMk cId="3435040424" sldId="281"/>
            <ac:spMk id="11" creationId="{10DC7AE8-26EC-D063-D903-F8659CAE431D}"/>
          </ac:spMkLst>
        </pc:spChg>
        <pc:spChg chg="del">
          <ac:chgData name="gayatri hiremath" userId="f8ab3e9b8991933e" providerId="LiveId" clId="{EC544EFA-8BD4-45FC-B1DA-F7F88C206656}" dt="2026-06-07T12:56:52.312" v="326" actId="478"/>
          <ac:spMkLst>
            <pc:docMk/>
            <pc:sldMk cId="3435040424" sldId="281"/>
            <ac:spMk id="12" creationId="{6191ED76-759C-C935-CFBE-11331C7E494E}"/>
          </ac:spMkLst>
        </pc:spChg>
        <pc:spChg chg="del">
          <ac:chgData name="gayatri hiremath" userId="f8ab3e9b8991933e" providerId="LiveId" clId="{EC544EFA-8BD4-45FC-B1DA-F7F88C206656}" dt="2026-06-07T12:56:46.367" v="325" actId="478"/>
          <ac:spMkLst>
            <pc:docMk/>
            <pc:sldMk cId="3435040424" sldId="281"/>
            <ac:spMk id="13" creationId="{BCA9B083-4EE3-528A-CC4C-CBAC54ABCB8A}"/>
          </ac:spMkLst>
        </pc:spChg>
        <pc:spChg chg="del">
          <ac:chgData name="gayatri hiremath" userId="f8ab3e9b8991933e" providerId="LiveId" clId="{EC544EFA-8BD4-45FC-B1DA-F7F88C206656}" dt="2026-06-07T12:56:52.312" v="326" actId="478"/>
          <ac:spMkLst>
            <pc:docMk/>
            <pc:sldMk cId="3435040424" sldId="281"/>
            <ac:spMk id="14" creationId="{6C787C1B-625A-A18A-5DA2-0623087FE6A8}"/>
          </ac:spMkLst>
        </pc:spChg>
        <pc:spChg chg="del">
          <ac:chgData name="gayatri hiremath" userId="f8ab3e9b8991933e" providerId="LiveId" clId="{EC544EFA-8BD4-45FC-B1DA-F7F88C206656}" dt="2026-06-07T12:56:46.367" v="325" actId="478"/>
          <ac:spMkLst>
            <pc:docMk/>
            <pc:sldMk cId="3435040424" sldId="281"/>
            <ac:spMk id="15" creationId="{6663F320-4043-3EC5-9094-05BC9AFDCB8F}"/>
          </ac:spMkLst>
        </pc:spChg>
        <pc:spChg chg="del">
          <ac:chgData name="gayatri hiremath" userId="f8ab3e9b8991933e" providerId="LiveId" clId="{EC544EFA-8BD4-45FC-B1DA-F7F88C206656}" dt="2026-06-07T12:56:52.312" v="326" actId="478"/>
          <ac:spMkLst>
            <pc:docMk/>
            <pc:sldMk cId="3435040424" sldId="281"/>
            <ac:spMk id="16" creationId="{9A98E5B4-9814-AD81-2469-A05401230DD6}"/>
          </ac:spMkLst>
        </pc:spChg>
        <pc:spChg chg="add mod">
          <ac:chgData name="gayatri hiremath" userId="f8ab3e9b8991933e" providerId="LiveId" clId="{EC544EFA-8BD4-45FC-B1DA-F7F88C206656}" dt="2026-06-07T13:39:59.572" v="494" actId="1076"/>
          <ac:spMkLst>
            <pc:docMk/>
            <pc:sldMk cId="3435040424" sldId="281"/>
            <ac:spMk id="21" creationId="{EEC9A802-4E59-B7B2-4721-EEC210B36293}"/>
          </ac:spMkLst>
        </pc:spChg>
        <pc:graphicFrameChg chg="add del mod">
          <ac:chgData name="gayatri hiremath" userId="f8ab3e9b8991933e" providerId="LiveId" clId="{EC544EFA-8BD4-45FC-B1DA-F7F88C206656}" dt="2026-06-07T13:36:50.800" v="475" actId="478"/>
          <ac:graphicFrameMkLst>
            <pc:docMk/>
            <pc:sldMk cId="3435040424" sldId="281"/>
            <ac:graphicFrameMk id="8" creationId="{64662CC3-89D2-FDD0-65D7-2900622CBB73}"/>
          </ac:graphicFrameMkLst>
        </pc:graphicFrameChg>
        <pc:graphicFrameChg chg="add del mod">
          <ac:chgData name="gayatri hiremath" userId="f8ab3e9b8991933e" providerId="LiveId" clId="{EC544EFA-8BD4-45FC-B1DA-F7F88C206656}" dt="2026-06-07T13:36:50.800" v="475" actId="478"/>
          <ac:graphicFrameMkLst>
            <pc:docMk/>
            <pc:sldMk cId="3435040424" sldId="281"/>
            <ac:graphicFrameMk id="9" creationId="{0EAE30D8-C59A-2F33-D7DD-2B261235E37E}"/>
          </ac:graphicFrameMkLst>
        </pc:graphicFrameChg>
        <pc:graphicFrameChg chg="add del mod">
          <ac:chgData name="gayatri hiremath" userId="f8ab3e9b8991933e" providerId="LiveId" clId="{EC544EFA-8BD4-45FC-B1DA-F7F88C206656}" dt="2026-06-07T13:36:50.800" v="475" actId="478"/>
          <ac:graphicFrameMkLst>
            <pc:docMk/>
            <pc:sldMk cId="3435040424" sldId="281"/>
            <ac:graphicFrameMk id="17" creationId="{30E6AE51-4E51-D04D-CF9E-D9B26BBD258C}"/>
          </ac:graphicFrameMkLst>
        </pc:graphicFrameChg>
        <pc:graphicFrameChg chg="add del mod">
          <ac:chgData name="gayatri hiremath" userId="f8ab3e9b8991933e" providerId="LiveId" clId="{EC544EFA-8BD4-45FC-B1DA-F7F88C206656}" dt="2026-06-07T13:36:50.800" v="475" actId="478"/>
          <ac:graphicFrameMkLst>
            <pc:docMk/>
            <pc:sldMk cId="3435040424" sldId="281"/>
            <ac:graphicFrameMk id="18" creationId="{3699BA85-7E7A-E2BE-75C9-85BE8B017FAF}"/>
          </ac:graphicFrameMkLst>
        </pc:graphicFrameChg>
        <pc:graphicFrameChg chg="add del mod">
          <ac:chgData name="gayatri hiremath" userId="f8ab3e9b8991933e" providerId="LiveId" clId="{EC544EFA-8BD4-45FC-B1DA-F7F88C206656}" dt="2026-06-07T13:36:50.800" v="475" actId="478"/>
          <ac:graphicFrameMkLst>
            <pc:docMk/>
            <pc:sldMk cId="3435040424" sldId="281"/>
            <ac:graphicFrameMk id="19" creationId="{76C52FEB-5757-685F-8C92-7616859012BF}"/>
          </ac:graphicFrameMkLst>
        </pc:graphicFrameChg>
      </pc:sldChg>
      <pc:sldChg chg="addSp delSp modSp add mod modNotesTx">
        <pc:chgData name="gayatri hiremath" userId="f8ab3e9b8991933e" providerId="LiveId" clId="{EC544EFA-8BD4-45FC-B1DA-F7F88C206656}" dt="2026-06-07T14:04:45.875" v="594" actId="207"/>
        <pc:sldMkLst>
          <pc:docMk/>
          <pc:sldMk cId="595037916" sldId="282"/>
        </pc:sldMkLst>
        <pc:spChg chg="mod">
          <ac:chgData name="gayatri hiremath" userId="f8ab3e9b8991933e" providerId="LiveId" clId="{EC544EFA-8BD4-45FC-B1DA-F7F88C206656}" dt="2026-06-07T13:44:10.381" v="521" actId="113"/>
          <ac:spMkLst>
            <pc:docMk/>
            <pc:sldMk cId="595037916" sldId="282"/>
            <ac:spMk id="2" creationId="{2693769D-386F-EDE4-D339-FB66523FE52A}"/>
          </ac:spMkLst>
        </pc:spChg>
        <pc:spChg chg="del">
          <ac:chgData name="gayatri hiremath" userId="f8ab3e9b8991933e" providerId="LiveId" clId="{EC544EFA-8BD4-45FC-B1DA-F7F88C206656}" dt="2026-06-07T13:40:13.783" v="496" actId="478"/>
          <ac:spMkLst>
            <pc:docMk/>
            <pc:sldMk cId="595037916" sldId="282"/>
            <ac:spMk id="21" creationId="{7E0C3FA2-BC91-31BA-1C7B-62229AAEAAA1}"/>
          </ac:spMkLst>
        </pc:spChg>
        <pc:graphicFrameChg chg="add mod modGraphic">
          <ac:chgData name="gayatri hiremath" userId="f8ab3e9b8991933e" providerId="LiveId" clId="{EC544EFA-8BD4-45FC-B1DA-F7F88C206656}" dt="2026-06-07T14:04:45.875" v="594" actId="207"/>
          <ac:graphicFrameMkLst>
            <pc:docMk/>
            <pc:sldMk cId="595037916" sldId="282"/>
            <ac:graphicFrameMk id="3" creationId="{F242517D-42A0-A078-3054-E6AFAF581034}"/>
          </ac:graphicFrameMkLst>
        </pc:graphicFrameChg>
      </pc:sldChg>
      <pc:sldChg chg="addSp delSp modSp add del mod">
        <pc:chgData name="gayatri hiremath" userId="f8ab3e9b8991933e" providerId="LiveId" clId="{EC544EFA-8BD4-45FC-B1DA-F7F88C206656}" dt="2026-06-07T13:23:27.257" v="458" actId="47"/>
        <pc:sldMkLst>
          <pc:docMk/>
          <pc:sldMk cId="2103569042" sldId="282"/>
        </pc:sldMkLst>
        <pc:spChg chg="del">
          <ac:chgData name="gayatri hiremath" userId="f8ab3e9b8991933e" providerId="LiveId" clId="{EC544EFA-8BD4-45FC-B1DA-F7F88C206656}" dt="2026-06-07T13:10:24.497" v="343" actId="478"/>
          <ac:spMkLst>
            <pc:docMk/>
            <pc:sldMk cId="2103569042" sldId="282"/>
            <ac:spMk id="6" creationId="{213841A3-9891-4B33-96C8-C5EB45459C06}"/>
          </ac:spMkLst>
        </pc:spChg>
        <pc:spChg chg="del">
          <ac:chgData name="gayatri hiremath" userId="f8ab3e9b8991933e" providerId="LiveId" clId="{EC544EFA-8BD4-45FC-B1DA-F7F88C206656}" dt="2026-06-07T13:10:24.497" v="343" actId="478"/>
          <ac:spMkLst>
            <pc:docMk/>
            <pc:sldMk cId="2103569042" sldId="282"/>
            <ac:spMk id="10" creationId="{D62DD34F-B035-169C-BC12-540EC8A98738}"/>
          </ac:spMkLst>
        </pc:spChg>
        <pc:spChg chg="del">
          <ac:chgData name="gayatri hiremath" userId="f8ab3e9b8991933e" providerId="LiveId" clId="{EC544EFA-8BD4-45FC-B1DA-F7F88C206656}" dt="2026-06-07T13:10:24.497" v="343" actId="478"/>
          <ac:spMkLst>
            <pc:docMk/>
            <pc:sldMk cId="2103569042" sldId="282"/>
            <ac:spMk id="11" creationId="{6C5E3D68-9CAB-0492-E68E-40AC19414E5E}"/>
          </ac:spMkLst>
        </pc:spChg>
        <pc:spChg chg="del">
          <ac:chgData name="gayatri hiremath" userId="f8ab3e9b8991933e" providerId="LiveId" clId="{EC544EFA-8BD4-45FC-B1DA-F7F88C206656}" dt="2026-06-07T13:10:24.497" v="343" actId="478"/>
          <ac:spMkLst>
            <pc:docMk/>
            <pc:sldMk cId="2103569042" sldId="282"/>
            <ac:spMk id="12" creationId="{8E2DF80D-2E1E-5F49-8D79-808F0C73D57E}"/>
          </ac:spMkLst>
        </pc:spChg>
        <pc:spChg chg="del">
          <ac:chgData name="gayatri hiremath" userId="f8ab3e9b8991933e" providerId="LiveId" clId="{EC544EFA-8BD4-45FC-B1DA-F7F88C206656}" dt="2026-06-07T13:10:24.497" v="343" actId="478"/>
          <ac:spMkLst>
            <pc:docMk/>
            <pc:sldMk cId="2103569042" sldId="282"/>
            <ac:spMk id="13" creationId="{8803C7EC-543F-E3E3-C294-7AF14F1F6BD6}"/>
          </ac:spMkLst>
        </pc:spChg>
        <pc:spChg chg="del">
          <ac:chgData name="gayatri hiremath" userId="f8ab3e9b8991933e" providerId="LiveId" clId="{EC544EFA-8BD4-45FC-B1DA-F7F88C206656}" dt="2026-06-07T13:10:24.497" v="343" actId="478"/>
          <ac:spMkLst>
            <pc:docMk/>
            <pc:sldMk cId="2103569042" sldId="282"/>
            <ac:spMk id="14" creationId="{1332B559-6FCC-9C70-07B3-E82A8793DB9E}"/>
          </ac:spMkLst>
        </pc:spChg>
        <pc:spChg chg="del">
          <ac:chgData name="gayatri hiremath" userId="f8ab3e9b8991933e" providerId="LiveId" clId="{EC544EFA-8BD4-45FC-B1DA-F7F88C206656}" dt="2026-06-07T13:10:24.497" v="343" actId="478"/>
          <ac:spMkLst>
            <pc:docMk/>
            <pc:sldMk cId="2103569042" sldId="282"/>
            <ac:spMk id="15" creationId="{B659F739-2774-B59D-D151-A54451B51B1F}"/>
          </ac:spMkLst>
        </pc:spChg>
        <pc:spChg chg="del">
          <ac:chgData name="gayatri hiremath" userId="f8ab3e9b8991933e" providerId="LiveId" clId="{EC544EFA-8BD4-45FC-B1DA-F7F88C206656}" dt="2026-06-07T13:10:24.497" v="343" actId="478"/>
          <ac:spMkLst>
            <pc:docMk/>
            <pc:sldMk cId="2103569042" sldId="282"/>
            <ac:spMk id="16" creationId="{00642899-B470-5342-D61E-970705D4D9BB}"/>
          </ac:spMkLst>
        </pc:spChg>
        <pc:graphicFrameChg chg="add del mod modGraphic">
          <ac:chgData name="gayatri hiremath" userId="f8ab3e9b8991933e" providerId="LiveId" clId="{EC544EFA-8BD4-45FC-B1DA-F7F88C206656}" dt="2026-06-07T13:12:59.224" v="346" actId="1032"/>
          <ac:graphicFrameMkLst>
            <pc:docMk/>
            <pc:sldMk cId="2103569042" sldId="282"/>
            <ac:graphicFrameMk id="3" creationId="{E26C9841-A443-C1A1-C4E9-7C7E5D83DD5E}"/>
          </ac:graphicFrameMkLst>
        </pc:graphicFrameChg>
        <pc:graphicFrameChg chg="add del mod modGraphic">
          <ac:chgData name="gayatri hiremath" userId="f8ab3e9b8991933e" providerId="LiveId" clId="{EC544EFA-8BD4-45FC-B1DA-F7F88C206656}" dt="2026-06-07T13:14:42.150" v="359" actId="478"/>
          <ac:graphicFrameMkLst>
            <pc:docMk/>
            <pc:sldMk cId="2103569042" sldId="282"/>
            <ac:graphicFrameMk id="4" creationId="{E700131C-AC0D-836B-64B7-EC1A2D819AD1}"/>
          </ac:graphicFrameMkLst>
        </pc:graphicFrameChg>
        <pc:graphicFrameChg chg="add mod modGraphic">
          <ac:chgData name="gayatri hiremath" userId="f8ab3e9b8991933e" providerId="LiveId" clId="{EC544EFA-8BD4-45FC-B1DA-F7F88C206656}" dt="2026-06-07T13:23:03.732" v="457" actId="20577"/>
          <ac:graphicFrameMkLst>
            <pc:docMk/>
            <pc:sldMk cId="2103569042" sldId="282"/>
            <ac:graphicFrameMk id="5" creationId="{FC80E31F-7AD6-DE25-5E59-3F580BD99505}"/>
          </ac:graphicFrameMkLst>
        </pc:graphicFrameChg>
      </pc:sldChg>
      <pc:sldChg chg="add del">
        <pc:chgData name="gayatri hiremath" userId="f8ab3e9b8991933e" providerId="LiveId" clId="{EC544EFA-8BD4-45FC-B1DA-F7F88C206656}" dt="2026-06-07T13:27:31.331" v="466" actId="47"/>
        <pc:sldMkLst>
          <pc:docMk/>
          <pc:sldMk cId="3079992223" sldId="282"/>
        </pc:sldMkLst>
      </pc:sldChg>
      <pc:sldChg chg="add del">
        <pc:chgData name="gayatri hiremath" userId="f8ab3e9b8991933e" providerId="LiveId" clId="{EC544EFA-8BD4-45FC-B1DA-F7F88C206656}" dt="2026-06-07T13:52:53.759" v="523" actId="47"/>
        <pc:sldMkLst>
          <pc:docMk/>
          <pc:sldMk cId="805165681" sldId="28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305F45-9CAD-4A2C-BCB2-C57AF73AFCB0}" type="doc">
      <dgm:prSet loTypeId="urn:microsoft.com/office/officeart/2008/layout/AlternatingHexagons" loCatId="list" qsTypeId="urn:microsoft.com/office/officeart/2005/8/quickstyle/simple1" qsCatId="simple" csTypeId="urn:microsoft.com/office/officeart/2005/8/colors/colorful1" csCatId="colorful" phldr="1"/>
      <dgm:spPr/>
      <dgm:t>
        <a:bodyPr/>
        <a:lstStyle/>
        <a:p>
          <a:endParaRPr lang="en-US"/>
        </a:p>
      </dgm:t>
    </dgm:pt>
    <dgm:pt modelId="{981FC494-23CD-4DF0-BFCE-70CBF0CFFBCA}">
      <dgm:prSet phldrT="[Text]" phldr="0" custT="1"/>
      <dgm:spPr>
        <a:noFill/>
        <a:ln>
          <a:solidFill>
            <a:schemeClr val="bg2">
              <a:lumMod val="75000"/>
            </a:schemeClr>
          </a:solidFill>
        </a:ln>
      </dgm:spPr>
      <dgm:t>
        <a:bodyPr/>
        <a:lstStyle/>
        <a:p>
          <a:r>
            <a:rPr lang="en-US" sz="1600" b="1" dirty="0">
              <a:solidFill>
                <a:schemeClr val="tx1"/>
              </a:solidFill>
            </a:rPr>
            <a:t>BUSINESS</a:t>
          </a:r>
        </a:p>
      </dgm:t>
    </dgm:pt>
    <dgm:pt modelId="{4754D6BF-DAB3-487C-90A7-50F40C007EAB}" type="parTrans" cxnId="{15715949-036A-48DD-BABE-A87ABF8C8EE8}">
      <dgm:prSet/>
      <dgm:spPr/>
      <dgm:t>
        <a:bodyPr/>
        <a:lstStyle/>
        <a:p>
          <a:endParaRPr lang="en-US"/>
        </a:p>
      </dgm:t>
    </dgm:pt>
    <dgm:pt modelId="{157504CB-03FB-40AB-95A5-8F81FB993F10}" type="sibTrans" cxnId="{15715949-036A-48DD-BABE-A87ABF8C8EE8}">
      <dgm:prSet custT="1"/>
      <dgm:spPr>
        <a:noFill/>
        <a:ln>
          <a:solidFill>
            <a:schemeClr val="bg2">
              <a:lumMod val="75000"/>
            </a:schemeClr>
          </a:solidFill>
        </a:ln>
      </dgm:spPr>
      <dgm:t>
        <a:bodyPr/>
        <a:lstStyle/>
        <a:p>
          <a:r>
            <a:rPr lang="en-US" sz="1600" b="1" dirty="0">
              <a:solidFill>
                <a:schemeClr val="tx1"/>
              </a:solidFill>
            </a:rPr>
            <a:t>CLOUD PLATFORM</a:t>
          </a:r>
        </a:p>
      </dgm:t>
    </dgm:pt>
    <dgm:pt modelId="{2446D1B1-1B4F-4578-8B0F-BB23207F6B86}">
      <dgm:prSet phldrT="[Text]" phldr="1"/>
      <dgm:spPr>
        <a:noFill/>
        <a:ln>
          <a:solidFill>
            <a:schemeClr val="bg2">
              <a:lumMod val="75000"/>
            </a:schemeClr>
          </a:solidFill>
        </a:ln>
      </dgm:spPr>
      <dgm:t>
        <a:bodyPr/>
        <a:lstStyle/>
        <a:p>
          <a:endParaRPr lang="en-US" dirty="0"/>
        </a:p>
      </dgm:t>
    </dgm:pt>
    <dgm:pt modelId="{D53DC651-28C5-4CA0-9111-AA70724995BE}" type="parTrans" cxnId="{F2409AFA-8DA5-4E31-B5D7-B4CF541D21F5}">
      <dgm:prSet/>
      <dgm:spPr/>
      <dgm:t>
        <a:bodyPr/>
        <a:lstStyle/>
        <a:p>
          <a:endParaRPr lang="en-US"/>
        </a:p>
      </dgm:t>
    </dgm:pt>
    <dgm:pt modelId="{2ACDE362-1819-41B4-BC55-027239FE1D4C}" type="sibTrans" cxnId="{F2409AFA-8DA5-4E31-B5D7-B4CF541D21F5}">
      <dgm:prSet custT="1"/>
      <dgm:spPr>
        <a:noFill/>
        <a:ln>
          <a:solidFill>
            <a:schemeClr val="bg2">
              <a:lumMod val="75000"/>
            </a:schemeClr>
          </a:solidFill>
        </a:ln>
      </dgm:spPr>
      <dgm:t>
        <a:bodyPr/>
        <a:lstStyle/>
        <a:p>
          <a:r>
            <a:rPr lang="en-US" sz="1600" b="1" dirty="0">
              <a:solidFill>
                <a:schemeClr val="tx1"/>
              </a:solidFill>
            </a:rPr>
            <a:t>AI PLATFORM</a:t>
          </a:r>
        </a:p>
      </dgm:t>
    </dgm:pt>
    <dgm:pt modelId="{7044C64A-8AD1-47C1-A6E5-8AB8FCB12123}">
      <dgm:prSet custT="1"/>
      <dgm:spPr>
        <a:noFill/>
        <a:ln>
          <a:solidFill>
            <a:schemeClr val="bg2">
              <a:lumMod val="75000"/>
            </a:schemeClr>
          </a:solidFill>
        </a:ln>
      </dgm:spPr>
      <dgm:t>
        <a:bodyPr/>
        <a:lstStyle/>
        <a:p>
          <a:pPr>
            <a:buNone/>
          </a:pPr>
          <a:r>
            <a:rPr lang="en-US" sz="1600" b="1" dirty="0">
              <a:solidFill>
                <a:schemeClr val="tx1"/>
              </a:solidFill>
            </a:rPr>
            <a:t>RISK </a:t>
          </a:r>
        </a:p>
        <a:p>
          <a:pPr>
            <a:buNone/>
          </a:pPr>
          <a:r>
            <a:rPr lang="en-US" sz="1600" b="1" dirty="0">
              <a:solidFill>
                <a:schemeClr val="tx1"/>
              </a:solidFill>
            </a:rPr>
            <a:t>&amp; COMPLIANCE</a:t>
          </a:r>
        </a:p>
      </dgm:t>
    </dgm:pt>
    <dgm:pt modelId="{1CAFAC2E-5E8A-4831-8230-E077771160C6}" type="parTrans" cxnId="{CABB8486-3210-4CD0-B59D-7E4E19B5ECC8}">
      <dgm:prSet/>
      <dgm:spPr/>
      <dgm:t>
        <a:bodyPr/>
        <a:lstStyle/>
        <a:p>
          <a:endParaRPr lang="en-US"/>
        </a:p>
      </dgm:t>
    </dgm:pt>
    <dgm:pt modelId="{842EBBDD-8556-41C6-9FC9-02EEAE64EAE9}" type="sibTrans" cxnId="{CABB8486-3210-4CD0-B59D-7E4E19B5ECC8}">
      <dgm:prSet custT="1"/>
      <dgm:spPr>
        <a:noFill/>
        <a:ln>
          <a:solidFill>
            <a:schemeClr val="bg2">
              <a:lumMod val="75000"/>
            </a:schemeClr>
          </a:solidFill>
        </a:ln>
      </dgm:spPr>
      <dgm:t>
        <a:bodyPr/>
        <a:lstStyle/>
        <a:p>
          <a:pPr>
            <a:buNone/>
          </a:pPr>
          <a:r>
            <a:rPr lang="en-US" sz="1600" b="1" dirty="0">
              <a:solidFill>
                <a:schemeClr val="tx1"/>
              </a:solidFill>
            </a:rPr>
            <a:t>MIGRATION  TEAMS</a:t>
          </a:r>
        </a:p>
      </dgm:t>
    </dgm:pt>
    <dgm:pt modelId="{E58D2419-0887-4196-89EE-EF7E8D1B552C}">
      <dgm:prSet phldrT="[Text]" phldr="1"/>
      <dgm:spPr>
        <a:noFill/>
      </dgm:spPr>
      <dgm:t>
        <a:bodyPr/>
        <a:lstStyle/>
        <a:p>
          <a:endParaRPr lang="en-US" dirty="0"/>
        </a:p>
      </dgm:t>
    </dgm:pt>
    <dgm:pt modelId="{B655FB67-1521-415B-A444-65DF3A964129}" type="sibTrans" cxnId="{AD8FC311-1C6E-47EC-82C4-93614B5020FE}">
      <dgm:prSet custT="1"/>
      <dgm:spPr>
        <a:noFill/>
        <a:ln>
          <a:solidFill>
            <a:schemeClr val="bg2">
              <a:lumMod val="75000"/>
            </a:schemeClr>
          </a:solidFill>
        </a:ln>
      </dgm:spPr>
      <dgm:t>
        <a:bodyPr/>
        <a:lstStyle/>
        <a:p>
          <a:r>
            <a:rPr lang="en-US" sz="1600" b="1" dirty="0">
              <a:solidFill>
                <a:schemeClr val="tx1"/>
              </a:solidFill>
            </a:rPr>
            <a:t>SRE</a:t>
          </a:r>
        </a:p>
      </dgm:t>
    </dgm:pt>
    <dgm:pt modelId="{3C664EFE-18AF-4245-AEE7-0BB29691B89B}" type="parTrans" cxnId="{AD8FC311-1C6E-47EC-82C4-93614B5020FE}">
      <dgm:prSet/>
      <dgm:spPr/>
      <dgm:t>
        <a:bodyPr/>
        <a:lstStyle/>
        <a:p>
          <a:endParaRPr lang="en-US"/>
        </a:p>
      </dgm:t>
    </dgm:pt>
    <dgm:pt modelId="{223A344B-319B-42FD-9A77-D23E42DAB16B}" type="pres">
      <dgm:prSet presAssocID="{D5305F45-9CAD-4A2C-BCB2-C57AF73AFCB0}" presName="Name0" presStyleCnt="0">
        <dgm:presLayoutVars>
          <dgm:chMax/>
          <dgm:chPref/>
          <dgm:dir/>
          <dgm:animLvl val="lvl"/>
        </dgm:presLayoutVars>
      </dgm:prSet>
      <dgm:spPr/>
    </dgm:pt>
    <dgm:pt modelId="{459EFC4C-A021-46FE-9FB3-F0F6B5EFA76A}" type="pres">
      <dgm:prSet presAssocID="{981FC494-23CD-4DF0-BFCE-70CBF0CFFBCA}" presName="composite" presStyleCnt="0"/>
      <dgm:spPr/>
    </dgm:pt>
    <dgm:pt modelId="{541E01D4-419E-46A4-AB37-9798C2F1B7D7}" type="pres">
      <dgm:prSet presAssocID="{981FC494-23CD-4DF0-BFCE-70CBF0CFFBCA}" presName="Parent1" presStyleLbl="node1" presStyleIdx="0" presStyleCnt="8">
        <dgm:presLayoutVars>
          <dgm:chMax val="1"/>
          <dgm:chPref val="1"/>
          <dgm:bulletEnabled val="1"/>
        </dgm:presLayoutVars>
      </dgm:prSet>
      <dgm:spPr/>
    </dgm:pt>
    <dgm:pt modelId="{451BA4A1-3BE5-4617-B635-10A93C846916}" type="pres">
      <dgm:prSet presAssocID="{981FC494-23CD-4DF0-BFCE-70CBF0CFFBCA}" presName="Childtext1" presStyleLbl="revTx" presStyleIdx="0" presStyleCnt="4">
        <dgm:presLayoutVars>
          <dgm:chMax val="0"/>
          <dgm:chPref val="0"/>
          <dgm:bulletEnabled val="1"/>
        </dgm:presLayoutVars>
      </dgm:prSet>
      <dgm:spPr/>
    </dgm:pt>
    <dgm:pt modelId="{1530501D-A8F3-47BE-9C21-A1031A813F78}" type="pres">
      <dgm:prSet presAssocID="{981FC494-23CD-4DF0-BFCE-70CBF0CFFBCA}" presName="BalanceSpacing" presStyleCnt="0"/>
      <dgm:spPr/>
    </dgm:pt>
    <dgm:pt modelId="{DF997529-9F91-41BA-9BDF-01658301DEF1}" type="pres">
      <dgm:prSet presAssocID="{981FC494-23CD-4DF0-BFCE-70CBF0CFFBCA}" presName="BalanceSpacing1" presStyleCnt="0"/>
      <dgm:spPr/>
    </dgm:pt>
    <dgm:pt modelId="{B8921B84-9B1A-422B-96F1-2EBB1F37C715}" type="pres">
      <dgm:prSet presAssocID="{157504CB-03FB-40AB-95A5-8F81FB993F10}" presName="Accent1Text" presStyleLbl="node1" presStyleIdx="1" presStyleCnt="8" custLinFactNeighborX="-49368" custLinFactNeighborY="87898"/>
      <dgm:spPr/>
    </dgm:pt>
    <dgm:pt modelId="{9873AE15-598E-4C8A-BEA4-85238817E64B}" type="pres">
      <dgm:prSet presAssocID="{157504CB-03FB-40AB-95A5-8F81FB993F10}" presName="spaceBetweenRectangles" presStyleCnt="0"/>
      <dgm:spPr/>
    </dgm:pt>
    <dgm:pt modelId="{33CAB6F5-A694-45CA-855D-C48F6829BE2C}" type="pres">
      <dgm:prSet presAssocID="{2446D1B1-1B4F-4578-8B0F-BB23207F6B86}" presName="composite" presStyleCnt="0"/>
      <dgm:spPr/>
    </dgm:pt>
    <dgm:pt modelId="{0CD14350-19C1-40A0-B2F4-AA96A939EAA6}" type="pres">
      <dgm:prSet presAssocID="{2446D1B1-1B4F-4578-8B0F-BB23207F6B86}" presName="Parent1" presStyleLbl="node1" presStyleIdx="2" presStyleCnt="8">
        <dgm:presLayoutVars>
          <dgm:chMax val="1"/>
          <dgm:chPref val="1"/>
          <dgm:bulletEnabled val="1"/>
        </dgm:presLayoutVars>
      </dgm:prSet>
      <dgm:spPr/>
    </dgm:pt>
    <dgm:pt modelId="{D2E4F923-EA6D-4740-A4CD-54C8EE2F0079}" type="pres">
      <dgm:prSet presAssocID="{2446D1B1-1B4F-4578-8B0F-BB23207F6B86}" presName="Childtext1" presStyleLbl="revTx" presStyleIdx="1" presStyleCnt="4">
        <dgm:presLayoutVars>
          <dgm:chMax val="0"/>
          <dgm:chPref val="0"/>
          <dgm:bulletEnabled val="1"/>
        </dgm:presLayoutVars>
      </dgm:prSet>
      <dgm:spPr/>
    </dgm:pt>
    <dgm:pt modelId="{8F163E14-D4B5-467F-ACA9-19BBA4ACD9E9}" type="pres">
      <dgm:prSet presAssocID="{2446D1B1-1B4F-4578-8B0F-BB23207F6B86}" presName="BalanceSpacing" presStyleCnt="0"/>
      <dgm:spPr/>
    </dgm:pt>
    <dgm:pt modelId="{19F23E22-C388-4B69-8099-D794C8513E97}" type="pres">
      <dgm:prSet presAssocID="{2446D1B1-1B4F-4578-8B0F-BB23207F6B86}" presName="BalanceSpacing1" presStyleCnt="0"/>
      <dgm:spPr/>
    </dgm:pt>
    <dgm:pt modelId="{0DB074F6-738B-459E-B2DF-17395E0ED8E8}" type="pres">
      <dgm:prSet presAssocID="{2ACDE362-1819-41B4-BC55-027239FE1D4C}" presName="Accent1Text" presStyleLbl="node1" presStyleIdx="3" presStyleCnt="8"/>
      <dgm:spPr/>
    </dgm:pt>
    <dgm:pt modelId="{B908F4F0-FB1D-4DF6-B631-B286070FADC2}" type="pres">
      <dgm:prSet presAssocID="{2ACDE362-1819-41B4-BC55-027239FE1D4C}" presName="spaceBetweenRectangles" presStyleCnt="0"/>
      <dgm:spPr/>
    </dgm:pt>
    <dgm:pt modelId="{4F907058-48A7-4A8E-B8EF-C1A0976C3D9F}" type="pres">
      <dgm:prSet presAssocID="{7044C64A-8AD1-47C1-A6E5-8AB8FCB12123}" presName="composite" presStyleCnt="0"/>
      <dgm:spPr/>
    </dgm:pt>
    <dgm:pt modelId="{4F3E3E30-D08B-4614-B924-25FF1E3F1115}" type="pres">
      <dgm:prSet presAssocID="{7044C64A-8AD1-47C1-A6E5-8AB8FCB12123}" presName="Parent1" presStyleLbl="node1" presStyleIdx="4" presStyleCnt="8">
        <dgm:presLayoutVars>
          <dgm:chMax val="1"/>
          <dgm:chPref val="1"/>
          <dgm:bulletEnabled val="1"/>
        </dgm:presLayoutVars>
      </dgm:prSet>
      <dgm:spPr/>
    </dgm:pt>
    <dgm:pt modelId="{E4F3FE36-3657-40ED-BE6C-2E4BD2AD3740}" type="pres">
      <dgm:prSet presAssocID="{7044C64A-8AD1-47C1-A6E5-8AB8FCB12123}" presName="Childtext1" presStyleLbl="revTx" presStyleIdx="2" presStyleCnt="4">
        <dgm:presLayoutVars>
          <dgm:chMax val="0"/>
          <dgm:chPref val="0"/>
          <dgm:bulletEnabled val="1"/>
        </dgm:presLayoutVars>
      </dgm:prSet>
      <dgm:spPr/>
    </dgm:pt>
    <dgm:pt modelId="{E7B43E4C-CA45-4708-9F0B-244AA8840F77}" type="pres">
      <dgm:prSet presAssocID="{7044C64A-8AD1-47C1-A6E5-8AB8FCB12123}" presName="BalanceSpacing" presStyleCnt="0"/>
      <dgm:spPr/>
    </dgm:pt>
    <dgm:pt modelId="{C5513A31-9260-4F16-A5D4-4E642A2069B7}" type="pres">
      <dgm:prSet presAssocID="{7044C64A-8AD1-47C1-A6E5-8AB8FCB12123}" presName="BalanceSpacing1" presStyleCnt="0"/>
      <dgm:spPr/>
    </dgm:pt>
    <dgm:pt modelId="{DBE92132-8A14-4DDF-A818-815CAA164C05}" type="pres">
      <dgm:prSet presAssocID="{842EBBDD-8556-41C6-9FC9-02EEAE64EAE9}" presName="Accent1Text" presStyleLbl="node1" presStyleIdx="5" presStyleCnt="8"/>
      <dgm:spPr/>
    </dgm:pt>
    <dgm:pt modelId="{CD77A85C-F9DC-4471-9949-03DEA357D029}" type="pres">
      <dgm:prSet presAssocID="{842EBBDD-8556-41C6-9FC9-02EEAE64EAE9}" presName="spaceBetweenRectangles" presStyleCnt="0"/>
      <dgm:spPr/>
    </dgm:pt>
    <dgm:pt modelId="{34391E22-CA91-447E-A573-A1595050686A}" type="pres">
      <dgm:prSet presAssocID="{E58D2419-0887-4196-89EE-EF7E8D1B552C}" presName="composite" presStyleCnt="0"/>
      <dgm:spPr/>
    </dgm:pt>
    <dgm:pt modelId="{B1DFBA95-4643-4B70-A4F0-D21772C66727}" type="pres">
      <dgm:prSet presAssocID="{E58D2419-0887-4196-89EE-EF7E8D1B552C}" presName="Parent1" presStyleLbl="node1" presStyleIdx="6" presStyleCnt="8">
        <dgm:presLayoutVars>
          <dgm:chMax val="1"/>
          <dgm:chPref val="1"/>
          <dgm:bulletEnabled val="1"/>
        </dgm:presLayoutVars>
      </dgm:prSet>
      <dgm:spPr/>
    </dgm:pt>
    <dgm:pt modelId="{F122CCC8-1D28-49D9-AA8E-E5CCCE45BA06}" type="pres">
      <dgm:prSet presAssocID="{E58D2419-0887-4196-89EE-EF7E8D1B552C}" presName="Childtext1" presStyleLbl="revTx" presStyleIdx="3" presStyleCnt="4">
        <dgm:presLayoutVars>
          <dgm:chMax val="0"/>
          <dgm:chPref val="0"/>
          <dgm:bulletEnabled val="1"/>
        </dgm:presLayoutVars>
      </dgm:prSet>
      <dgm:spPr/>
    </dgm:pt>
    <dgm:pt modelId="{00E0720A-26B5-4EC9-98B0-6E7FF096982D}" type="pres">
      <dgm:prSet presAssocID="{E58D2419-0887-4196-89EE-EF7E8D1B552C}" presName="BalanceSpacing" presStyleCnt="0"/>
      <dgm:spPr/>
    </dgm:pt>
    <dgm:pt modelId="{575EE974-66A7-4505-9F74-954CF6DB8F88}" type="pres">
      <dgm:prSet presAssocID="{E58D2419-0887-4196-89EE-EF7E8D1B552C}" presName="BalanceSpacing1" presStyleCnt="0"/>
      <dgm:spPr/>
    </dgm:pt>
    <dgm:pt modelId="{86E14C76-6563-432A-A854-81554ADDD50F}" type="pres">
      <dgm:prSet presAssocID="{B655FB67-1521-415B-A444-65DF3A964129}" presName="Accent1Text" presStyleLbl="node1" presStyleIdx="7" presStyleCnt="8" custLinFactX="-63030" custLinFactY="-100000" custLinFactNeighborX="-100000" custLinFactNeighborY="-158167"/>
      <dgm:spPr/>
    </dgm:pt>
  </dgm:ptLst>
  <dgm:cxnLst>
    <dgm:cxn modelId="{AD8FC311-1C6E-47EC-82C4-93614B5020FE}" srcId="{D5305F45-9CAD-4A2C-BCB2-C57AF73AFCB0}" destId="{E58D2419-0887-4196-89EE-EF7E8D1B552C}" srcOrd="3" destOrd="0" parTransId="{3C664EFE-18AF-4245-AEE7-0BB29691B89B}" sibTransId="{B655FB67-1521-415B-A444-65DF3A964129}"/>
    <dgm:cxn modelId="{0218711B-8404-47A4-BC4B-F1AB495DFA93}" type="presOf" srcId="{2ACDE362-1819-41B4-BC55-027239FE1D4C}" destId="{0DB074F6-738B-459E-B2DF-17395E0ED8E8}" srcOrd="0" destOrd="0" presId="urn:microsoft.com/office/officeart/2008/layout/AlternatingHexagons"/>
    <dgm:cxn modelId="{33A4C61B-172F-4857-BF57-E6F48D06558C}" type="presOf" srcId="{B655FB67-1521-415B-A444-65DF3A964129}" destId="{86E14C76-6563-432A-A854-81554ADDD50F}" srcOrd="0" destOrd="0" presId="urn:microsoft.com/office/officeart/2008/layout/AlternatingHexagons"/>
    <dgm:cxn modelId="{7C5FEA42-B286-4412-9A14-794398FB9606}" type="presOf" srcId="{981FC494-23CD-4DF0-BFCE-70CBF0CFFBCA}" destId="{541E01D4-419E-46A4-AB37-9798C2F1B7D7}" srcOrd="0" destOrd="0" presId="urn:microsoft.com/office/officeart/2008/layout/AlternatingHexagons"/>
    <dgm:cxn modelId="{15715949-036A-48DD-BABE-A87ABF8C8EE8}" srcId="{D5305F45-9CAD-4A2C-BCB2-C57AF73AFCB0}" destId="{981FC494-23CD-4DF0-BFCE-70CBF0CFFBCA}" srcOrd="0" destOrd="0" parTransId="{4754D6BF-DAB3-487C-90A7-50F40C007EAB}" sibTransId="{157504CB-03FB-40AB-95A5-8F81FB993F10}"/>
    <dgm:cxn modelId="{4DA43753-619F-4DE2-AD4D-879F8BF29793}" type="presOf" srcId="{2446D1B1-1B4F-4578-8B0F-BB23207F6B86}" destId="{0CD14350-19C1-40A0-B2F4-AA96A939EAA6}" srcOrd="0" destOrd="0" presId="urn:microsoft.com/office/officeart/2008/layout/AlternatingHexagons"/>
    <dgm:cxn modelId="{CABB8486-3210-4CD0-B59D-7E4E19B5ECC8}" srcId="{D5305F45-9CAD-4A2C-BCB2-C57AF73AFCB0}" destId="{7044C64A-8AD1-47C1-A6E5-8AB8FCB12123}" srcOrd="2" destOrd="0" parTransId="{1CAFAC2E-5E8A-4831-8230-E077771160C6}" sibTransId="{842EBBDD-8556-41C6-9FC9-02EEAE64EAE9}"/>
    <dgm:cxn modelId="{CD62FB96-FD1F-4B9F-8946-BE9637120A4C}" type="presOf" srcId="{E58D2419-0887-4196-89EE-EF7E8D1B552C}" destId="{B1DFBA95-4643-4B70-A4F0-D21772C66727}" srcOrd="0" destOrd="0" presId="urn:microsoft.com/office/officeart/2008/layout/AlternatingHexagons"/>
    <dgm:cxn modelId="{AC3B9698-EE7F-4A34-A1E5-2BB23D6ADF12}" type="presOf" srcId="{D5305F45-9CAD-4A2C-BCB2-C57AF73AFCB0}" destId="{223A344B-319B-42FD-9A77-D23E42DAB16B}" srcOrd="0" destOrd="0" presId="urn:microsoft.com/office/officeart/2008/layout/AlternatingHexagons"/>
    <dgm:cxn modelId="{746CA6B0-A94A-40CF-8BD7-D416C226E6D1}" type="presOf" srcId="{842EBBDD-8556-41C6-9FC9-02EEAE64EAE9}" destId="{DBE92132-8A14-4DDF-A818-815CAA164C05}" srcOrd="0" destOrd="0" presId="urn:microsoft.com/office/officeart/2008/layout/AlternatingHexagons"/>
    <dgm:cxn modelId="{04BCF7D3-8A0B-412F-9C26-2160A1312B81}" type="presOf" srcId="{7044C64A-8AD1-47C1-A6E5-8AB8FCB12123}" destId="{4F3E3E30-D08B-4614-B924-25FF1E3F1115}" srcOrd="0" destOrd="0" presId="urn:microsoft.com/office/officeart/2008/layout/AlternatingHexagons"/>
    <dgm:cxn modelId="{33E16FDB-1966-4003-B0BC-B9FD032D1053}" type="presOf" srcId="{157504CB-03FB-40AB-95A5-8F81FB993F10}" destId="{B8921B84-9B1A-422B-96F1-2EBB1F37C715}" srcOrd="0" destOrd="0" presId="urn:microsoft.com/office/officeart/2008/layout/AlternatingHexagons"/>
    <dgm:cxn modelId="{F2409AFA-8DA5-4E31-B5D7-B4CF541D21F5}" srcId="{D5305F45-9CAD-4A2C-BCB2-C57AF73AFCB0}" destId="{2446D1B1-1B4F-4578-8B0F-BB23207F6B86}" srcOrd="1" destOrd="0" parTransId="{D53DC651-28C5-4CA0-9111-AA70724995BE}" sibTransId="{2ACDE362-1819-41B4-BC55-027239FE1D4C}"/>
    <dgm:cxn modelId="{FB3FAF10-8DB8-4B46-9D42-B5715C79C50F}" type="presParOf" srcId="{223A344B-319B-42FD-9A77-D23E42DAB16B}" destId="{459EFC4C-A021-46FE-9FB3-F0F6B5EFA76A}" srcOrd="0" destOrd="0" presId="urn:microsoft.com/office/officeart/2008/layout/AlternatingHexagons"/>
    <dgm:cxn modelId="{46642B38-9B20-4054-B9A6-2A2746379359}" type="presParOf" srcId="{459EFC4C-A021-46FE-9FB3-F0F6B5EFA76A}" destId="{541E01D4-419E-46A4-AB37-9798C2F1B7D7}" srcOrd="0" destOrd="0" presId="urn:microsoft.com/office/officeart/2008/layout/AlternatingHexagons"/>
    <dgm:cxn modelId="{252B4A4A-0018-4B63-921D-3FFC26877CC3}" type="presParOf" srcId="{459EFC4C-A021-46FE-9FB3-F0F6B5EFA76A}" destId="{451BA4A1-3BE5-4617-B635-10A93C846916}" srcOrd="1" destOrd="0" presId="urn:microsoft.com/office/officeart/2008/layout/AlternatingHexagons"/>
    <dgm:cxn modelId="{07B12CED-2265-483D-ABD3-38419FC1B7EC}" type="presParOf" srcId="{459EFC4C-A021-46FE-9FB3-F0F6B5EFA76A}" destId="{1530501D-A8F3-47BE-9C21-A1031A813F78}" srcOrd="2" destOrd="0" presId="urn:microsoft.com/office/officeart/2008/layout/AlternatingHexagons"/>
    <dgm:cxn modelId="{1C07D9A8-FD50-46D6-ABFF-96DB079CE335}" type="presParOf" srcId="{459EFC4C-A021-46FE-9FB3-F0F6B5EFA76A}" destId="{DF997529-9F91-41BA-9BDF-01658301DEF1}" srcOrd="3" destOrd="0" presId="urn:microsoft.com/office/officeart/2008/layout/AlternatingHexagons"/>
    <dgm:cxn modelId="{0341AF95-A07F-4CAE-9098-E61DA06D93F5}" type="presParOf" srcId="{459EFC4C-A021-46FE-9FB3-F0F6B5EFA76A}" destId="{B8921B84-9B1A-422B-96F1-2EBB1F37C715}" srcOrd="4" destOrd="0" presId="urn:microsoft.com/office/officeart/2008/layout/AlternatingHexagons"/>
    <dgm:cxn modelId="{F6D3F172-78A5-43C8-9866-F3B8C8A5F4A0}" type="presParOf" srcId="{223A344B-319B-42FD-9A77-D23E42DAB16B}" destId="{9873AE15-598E-4C8A-BEA4-85238817E64B}" srcOrd="1" destOrd="0" presId="urn:microsoft.com/office/officeart/2008/layout/AlternatingHexagons"/>
    <dgm:cxn modelId="{BB2110F7-E5A7-4F59-B48C-6693A6B4E687}" type="presParOf" srcId="{223A344B-319B-42FD-9A77-D23E42DAB16B}" destId="{33CAB6F5-A694-45CA-855D-C48F6829BE2C}" srcOrd="2" destOrd="0" presId="urn:microsoft.com/office/officeart/2008/layout/AlternatingHexagons"/>
    <dgm:cxn modelId="{58431519-969A-40B2-80FD-18E5D4C49D72}" type="presParOf" srcId="{33CAB6F5-A694-45CA-855D-C48F6829BE2C}" destId="{0CD14350-19C1-40A0-B2F4-AA96A939EAA6}" srcOrd="0" destOrd="0" presId="urn:microsoft.com/office/officeart/2008/layout/AlternatingHexagons"/>
    <dgm:cxn modelId="{67A9EFEA-A062-44AE-819E-F22BA6CF61BC}" type="presParOf" srcId="{33CAB6F5-A694-45CA-855D-C48F6829BE2C}" destId="{D2E4F923-EA6D-4740-A4CD-54C8EE2F0079}" srcOrd="1" destOrd="0" presId="urn:microsoft.com/office/officeart/2008/layout/AlternatingHexagons"/>
    <dgm:cxn modelId="{1D05346E-194C-4D78-AF1B-D22C087B83EC}" type="presParOf" srcId="{33CAB6F5-A694-45CA-855D-C48F6829BE2C}" destId="{8F163E14-D4B5-467F-ACA9-19BBA4ACD9E9}" srcOrd="2" destOrd="0" presId="urn:microsoft.com/office/officeart/2008/layout/AlternatingHexagons"/>
    <dgm:cxn modelId="{FE550A7B-279D-49E3-9C5A-4989D838943B}" type="presParOf" srcId="{33CAB6F5-A694-45CA-855D-C48F6829BE2C}" destId="{19F23E22-C388-4B69-8099-D794C8513E97}" srcOrd="3" destOrd="0" presId="urn:microsoft.com/office/officeart/2008/layout/AlternatingHexagons"/>
    <dgm:cxn modelId="{C3B7DDF0-4BCA-48E1-8BE5-2594FC2C45FF}" type="presParOf" srcId="{33CAB6F5-A694-45CA-855D-C48F6829BE2C}" destId="{0DB074F6-738B-459E-B2DF-17395E0ED8E8}" srcOrd="4" destOrd="0" presId="urn:microsoft.com/office/officeart/2008/layout/AlternatingHexagons"/>
    <dgm:cxn modelId="{9221E263-7432-41DA-B694-B1A3FDBF5F56}" type="presParOf" srcId="{223A344B-319B-42FD-9A77-D23E42DAB16B}" destId="{B908F4F0-FB1D-4DF6-B631-B286070FADC2}" srcOrd="3" destOrd="0" presId="urn:microsoft.com/office/officeart/2008/layout/AlternatingHexagons"/>
    <dgm:cxn modelId="{A985220E-43D3-4CC1-B2D8-F9F3BE665F7F}" type="presParOf" srcId="{223A344B-319B-42FD-9A77-D23E42DAB16B}" destId="{4F907058-48A7-4A8E-B8EF-C1A0976C3D9F}" srcOrd="4" destOrd="0" presId="urn:microsoft.com/office/officeart/2008/layout/AlternatingHexagons"/>
    <dgm:cxn modelId="{CA9826E4-9F35-422B-B979-7175E652117C}" type="presParOf" srcId="{4F907058-48A7-4A8E-B8EF-C1A0976C3D9F}" destId="{4F3E3E30-D08B-4614-B924-25FF1E3F1115}" srcOrd="0" destOrd="0" presId="urn:microsoft.com/office/officeart/2008/layout/AlternatingHexagons"/>
    <dgm:cxn modelId="{15F74773-FE5D-48A3-9116-566D00389E2B}" type="presParOf" srcId="{4F907058-48A7-4A8E-B8EF-C1A0976C3D9F}" destId="{E4F3FE36-3657-40ED-BE6C-2E4BD2AD3740}" srcOrd="1" destOrd="0" presId="urn:microsoft.com/office/officeart/2008/layout/AlternatingHexagons"/>
    <dgm:cxn modelId="{060CF9F3-2E59-4E36-8FB3-65168E75CA8B}" type="presParOf" srcId="{4F907058-48A7-4A8E-B8EF-C1A0976C3D9F}" destId="{E7B43E4C-CA45-4708-9F0B-244AA8840F77}" srcOrd="2" destOrd="0" presId="urn:microsoft.com/office/officeart/2008/layout/AlternatingHexagons"/>
    <dgm:cxn modelId="{6CBF3830-247E-4EAD-912F-29383E09FA10}" type="presParOf" srcId="{4F907058-48A7-4A8E-B8EF-C1A0976C3D9F}" destId="{C5513A31-9260-4F16-A5D4-4E642A2069B7}" srcOrd="3" destOrd="0" presId="urn:microsoft.com/office/officeart/2008/layout/AlternatingHexagons"/>
    <dgm:cxn modelId="{F5BCF623-7869-4232-BF27-9D66BFB03A1B}" type="presParOf" srcId="{4F907058-48A7-4A8E-B8EF-C1A0976C3D9F}" destId="{DBE92132-8A14-4DDF-A818-815CAA164C05}" srcOrd="4" destOrd="0" presId="urn:microsoft.com/office/officeart/2008/layout/AlternatingHexagons"/>
    <dgm:cxn modelId="{1063D3A7-7996-4631-9174-CAC379822D3A}" type="presParOf" srcId="{223A344B-319B-42FD-9A77-D23E42DAB16B}" destId="{CD77A85C-F9DC-4471-9949-03DEA357D029}" srcOrd="5" destOrd="0" presId="urn:microsoft.com/office/officeart/2008/layout/AlternatingHexagons"/>
    <dgm:cxn modelId="{B74178AE-2CBF-4F91-993B-B23BEA5DB775}" type="presParOf" srcId="{223A344B-319B-42FD-9A77-D23E42DAB16B}" destId="{34391E22-CA91-447E-A573-A1595050686A}" srcOrd="6" destOrd="0" presId="urn:microsoft.com/office/officeart/2008/layout/AlternatingHexagons"/>
    <dgm:cxn modelId="{59F9E7C8-6264-4628-9483-24E587F766E7}" type="presParOf" srcId="{34391E22-CA91-447E-A573-A1595050686A}" destId="{B1DFBA95-4643-4B70-A4F0-D21772C66727}" srcOrd="0" destOrd="0" presId="urn:microsoft.com/office/officeart/2008/layout/AlternatingHexagons"/>
    <dgm:cxn modelId="{DC39FE9A-F4C9-4A3A-883B-228CAF385E69}" type="presParOf" srcId="{34391E22-CA91-447E-A573-A1595050686A}" destId="{F122CCC8-1D28-49D9-AA8E-E5CCCE45BA06}" srcOrd="1" destOrd="0" presId="urn:microsoft.com/office/officeart/2008/layout/AlternatingHexagons"/>
    <dgm:cxn modelId="{7C13D751-1653-4B4C-915E-600F1BFBE2D8}" type="presParOf" srcId="{34391E22-CA91-447E-A573-A1595050686A}" destId="{00E0720A-26B5-4EC9-98B0-6E7FF096982D}" srcOrd="2" destOrd="0" presId="urn:microsoft.com/office/officeart/2008/layout/AlternatingHexagons"/>
    <dgm:cxn modelId="{E399F3FB-1724-4B83-8626-1651989261DE}" type="presParOf" srcId="{34391E22-CA91-447E-A573-A1595050686A}" destId="{575EE974-66A7-4505-9F74-954CF6DB8F88}" srcOrd="3" destOrd="0" presId="urn:microsoft.com/office/officeart/2008/layout/AlternatingHexagons"/>
    <dgm:cxn modelId="{C87946FF-0404-450A-87D2-057DC546C485}" type="presParOf" srcId="{34391E22-CA91-447E-A573-A1595050686A}" destId="{86E14C76-6563-432A-A854-81554ADDD50F}"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D19294-8320-4818-A7A6-2B29CE9B526E}" type="doc">
      <dgm:prSet loTypeId="urn:microsoft.com/office/officeart/2005/8/layout/chevron2" loCatId="list" qsTypeId="urn:microsoft.com/office/officeart/2005/8/quickstyle/simple1" qsCatId="simple" csTypeId="urn:microsoft.com/office/officeart/2005/8/colors/accent3_2" csCatId="accent3" phldr="1"/>
      <dgm:spPr/>
      <dgm:t>
        <a:bodyPr/>
        <a:lstStyle/>
        <a:p>
          <a:endParaRPr lang="en-US"/>
        </a:p>
      </dgm:t>
    </dgm:pt>
    <dgm:pt modelId="{8CA1D5F6-C56B-4402-A3F6-4FBCDB8C087B}">
      <dgm:prSet phldrT="[Text]" custT="1"/>
      <dgm:spPr/>
      <dgm:t>
        <a:bodyPr/>
        <a:lstStyle/>
        <a:p>
          <a:pPr>
            <a:buNone/>
          </a:pPr>
          <a:r>
            <a:rPr lang="en-US" sz="2800" b="1" dirty="0">
              <a:solidFill>
                <a:schemeClr val="tx1"/>
              </a:solidFill>
            </a:rPr>
            <a:t>IMPACT DELIVERED</a:t>
          </a:r>
          <a:endParaRPr lang="en-US" sz="2800" dirty="0">
            <a:solidFill>
              <a:schemeClr val="tx1"/>
            </a:solidFill>
          </a:endParaRPr>
        </a:p>
      </dgm:t>
    </dgm:pt>
    <dgm:pt modelId="{FD7261CC-0ED8-4353-8954-AB27CA324573}" type="parTrans" cxnId="{C761D4FE-06F3-49C2-94AD-B3362701C5BA}">
      <dgm:prSet/>
      <dgm:spPr/>
      <dgm:t>
        <a:bodyPr/>
        <a:lstStyle/>
        <a:p>
          <a:endParaRPr lang="en-US"/>
        </a:p>
      </dgm:t>
    </dgm:pt>
    <dgm:pt modelId="{024829B2-F837-4C85-A747-E5243AC67FB6}" type="sibTrans" cxnId="{C761D4FE-06F3-49C2-94AD-B3362701C5BA}">
      <dgm:prSet/>
      <dgm:spPr/>
      <dgm:t>
        <a:bodyPr/>
        <a:lstStyle/>
        <a:p>
          <a:endParaRPr lang="en-US"/>
        </a:p>
      </dgm:t>
    </dgm:pt>
    <dgm:pt modelId="{35F097B1-8E41-4BE5-8B26-1F0CC68E9FAC}">
      <dgm:prSet phldrT="[Text]" custT="1"/>
      <dgm:spPr/>
      <dgm:t>
        <a:bodyPr/>
        <a:lstStyle/>
        <a:p>
          <a:pPr>
            <a:buFont typeface="Arial" panose="020B0604020202020204" pitchFamily="34" charset="0"/>
            <a:buChar char="•"/>
          </a:pPr>
          <a:r>
            <a:rPr lang="en-US" sz="2000" dirty="0">
              <a:solidFill>
                <a:srgbClr val="C00000"/>
              </a:solidFill>
            </a:rPr>
            <a:t>Scaled </a:t>
          </a:r>
          <a:r>
            <a:rPr lang="en-US" sz="2000" dirty="0">
              <a:solidFill>
                <a:schemeClr val="tx1"/>
              </a:solidFill>
            </a:rPr>
            <a:t>cloud</a:t>
          </a:r>
          <a:r>
            <a:rPr lang="en-US" sz="2000" dirty="0">
              <a:solidFill>
                <a:srgbClr val="C00000"/>
              </a:solidFill>
            </a:rPr>
            <a:t> </a:t>
          </a:r>
          <a:r>
            <a:rPr lang="en-US" sz="2000" dirty="0"/>
            <a:t>platform adoption</a:t>
          </a:r>
        </a:p>
      </dgm:t>
    </dgm:pt>
    <dgm:pt modelId="{1C9EB8EA-12E7-4E01-8558-8255AC613F63}" type="parTrans" cxnId="{6316E642-8885-411B-889D-3148C75BD3CE}">
      <dgm:prSet/>
      <dgm:spPr/>
      <dgm:t>
        <a:bodyPr/>
        <a:lstStyle/>
        <a:p>
          <a:endParaRPr lang="en-US"/>
        </a:p>
      </dgm:t>
    </dgm:pt>
    <dgm:pt modelId="{60A99FEA-4722-4339-9AA6-05C91F744F41}" type="sibTrans" cxnId="{6316E642-8885-411B-889D-3148C75BD3CE}">
      <dgm:prSet/>
      <dgm:spPr/>
      <dgm:t>
        <a:bodyPr/>
        <a:lstStyle/>
        <a:p>
          <a:endParaRPr lang="en-US"/>
        </a:p>
      </dgm:t>
    </dgm:pt>
    <dgm:pt modelId="{B25FFDD5-2BF7-4347-8E4A-B6889ACFA8BB}">
      <dgm:prSet phldrT="[Text]" custT="1"/>
      <dgm:spPr/>
      <dgm:t>
        <a:bodyPr/>
        <a:lstStyle/>
        <a:p>
          <a:pPr>
            <a:buNone/>
          </a:pPr>
          <a:r>
            <a:rPr lang="en-US" sz="2800" b="1" dirty="0">
              <a:solidFill>
                <a:schemeClr val="tx1"/>
              </a:solidFill>
            </a:rPr>
            <a:t>NEXT PHASE</a:t>
          </a:r>
          <a:endParaRPr lang="en-US" sz="2800" dirty="0">
            <a:solidFill>
              <a:schemeClr val="tx1"/>
            </a:solidFill>
          </a:endParaRPr>
        </a:p>
      </dgm:t>
    </dgm:pt>
    <dgm:pt modelId="{6D44BA2F-6620-46E9-87BE-43C3F3D4471C}" type="parTrans" cxnId="{D3D64626-E6FF-41C6-AEA8-D99824190A2C}">
      <dgm:prSet/>
      <dgm:spPr/>
      <dgm:t>
        <a:bodyPr/>
        <a:lstStyle/>
        <a:p>
          <a:endParaRPr lang="en-US"/>
        </a:p>
      </dgm:t>
    </dgm:pt>
    <dgm:pt modelId="{1095C7D7-76F1-4124-AF90-7CA7ED177A5E}" type="sibTrans" cxnId="{D3D64626-E6FF-41C6-AEA8-D99824190A2C}">
      <dgm:prSet/>
      <dgm:spPr/>
      <dgm:t>
        <a:bodyPr/>
        <a:lstStyle/>
        <a:p>
          <a:endParaRPr lang="en-US"/>
        </a:p>
      </dgm:t>
    </dgm:pt>
    <dgm:pt modelId="{73330562-FB48-4CD8-9EEC-CE1202DF9607}">
      <dgm:prSet phldrT="[Text]" custT="1"/>
      <dgm:spPr/>
      <dgm:t>
        <a:bodyPr/>
        <a:lstStyle/>
        <a:p>
          <a:pPr>
            <a:buFont typeface="Arial" panose="020B0604020202020204" pitchFamily="34" charset="0"/>
            <a:buChar char="•"/>
          </a:pPr>
          <a:r>
            <a:rPr lang="en-US" sz="2000" dirty="0"/>
            <a:t>Scale platforms as </a:t>
          </a:r>
          <a:r>
            <a:rPr lang="en-US" sz="2000" dirty="0">
              <a:solidFill>
                <a:srgbClr val="C00000"/>
              </a:solidFill>
            </a:rPr>
            <a:t>strategic </a:t>
          </a:r>
          <a:r>
            <a:rPr lang="en-US" sz="2000" dirty="0">
              <a:solidFill>
                <a:schemeClr val="tx1"/>
              </a:solidFill>
            </a:rPr>
            <a:t>capabilities</a:t>
          </a:r>
        </a:p>
      </dgm:t>
    </dgm:pt>
    <dgm:pt modelId="{BC3EEDE1-EFA0-477F-A58D-A8E6DEFC2E21}" type="parTrans" cxnId="{997CB666-9E0B-4D66-B3AB-E8318BADC9F3}">
      <dgm:prSet/>
      <dgm:spPr/>
      <dgm:t>
        <a:bodyPr/>
        <a:lstStyle/>
        <a:p>
          <a:endParaRPr lang="en-US"/>
        </a:p>
      </dgm:t>
    </dgm:pt>
    <dgm:pt modelId="{3096C7C3-1BCB-4930-A484-EB0F52A08B60}" type="sibTrans" cxnId="{997CB666-9E0B-4D66-B3AB-E8318BADC9F3}">
      <dgm:prSet/>
      <dgm:spPr/>
      <dgm:t>
        <a:bodyPr/>
        <a:lstStyle/>
        <a:p>
          <a:endParaRPr lang="en-US"/>
        </a:p>
      </dgm:t>
    </dgm:pt>
    <dgm:pt modelId="{3A222BED-C077-4404-B8E7-630D6E1BFDBD}">
      <dgm:prSet custT="1"/>
      <dgm:spPr/>
      <dgm:t>
        <a:bodyPr/>
        <a:lstStyle/>
        <a:p>
          <a:r>
            <a:rPr lang="en-US" sz="2000" dirty="0"/>
            <a:t>Established SaaS operating </a:t>
          </a:r>
          <a:r>
            <a:rPr lang="en-US" sz="2000" dirty="0">
              <a:solidFill>
                <a:srgbClr val="C00000"/>
              </a:solidFill>
            </a:rPr>
            <a:t>foundation</a:t>
          </a:r>
        </a:p>
      </dgm:t>
    </dgm:pt>
    <dgm:pt modelId="{E00C2BC8-8AF4-4BC0-8D94-5E5F941C8F18}" type="parTrans" cxnId="{E6C83FF4-A365-4B42-B317-1108691C587E}">
      <dgm:prSet/>
      <dgm:spPr/>
      <dgm:t>
        <a:bodyPr/>
        <a:lstStyle/>
        <a:p>
          <a:endParaRPr lang="en-US"/>
        </a:p>
      </dgm:t>
    </dgm:pt>
    <dgm:pt modelId="{AEA1E611-2A7F-40A9-A5C4-F514A6995AB2}" type="sibTrans" cxnId="{E6C83FF4-A365-4B42-B317-1108691C587E}">
      <dgm:prSet/>
      <dgm:spPr/>
      <dgm:t>
        <a:bodyPr/>
        <a:lstStyle/>
        <a:p>
          <a:endParaRPr lang="en-US"/>
        </a:p>
      </dgm:t>
    </dgm:pt>
    <dgm:pt modelId="{FA6E48CF-A7C2-4B4D-90D3-43FFB6AE6121}">
      <dgm:prSet custT="1"/>
      <dgm:spPr/>
      <dgm:t>
        <a:bodyPr/>
        <a:lstStyle/>
        <a:p>
          <a:r>
            <a:rPr lang="en-US" sz="2000" dirty="0">
              <a:solidFill>
                <a:srgbClr val="C00000"/>
              </a:solidFill>
            </a:rPr>
            <a:t>Enabled</a:t>
          </a:r>
          <a:r>
            <a:rPr lang="en-US" sz="2000" dirty="0"/>
            <a:t> AI-ready architecture</a:t>
          </a:r>
        </a:p>
      </dgm:t>
    </dgm:pt>
    <dgm:pt modelId="{8DBAE6F6-EE7A-494E-91D4-82A5615F4441}" type="parTrans" cxnId="{B8D45BD4-178C-4102-8EAA-25CC94FCBCCA}">
      <dgm:prSet/>
      <dgm:spPr/>
      <dgm:t>
        <a:bodyPr/>
        <a:lstStyle/>
        <a:p>
          <a:endParaRPr lang="en-US"/>
        </a:p>
      </dgm:t>
    </dgm:pt>
    <dgm:pt modelId="{D8ADE015-A476-4AC7-BFA9-32364DD5B5C3}" type="sibTrans" cxnId="{B8D45BD4-178C-4102-8EAA-25CC94FCBCCA}">
      <dgm:prSet/>
      <dgm:spPr/>
      <dgm:t>
        <a:bodyPr/>
        <a:lstStyle/>
        <a:p>
          <a:endParaRPr lang="en-US"/>
        </a:p>
      </dgm:t>
    </dgm:pt>
    <dgm:pt modelId="{643E3616-D6D3-48D2-A2D1-6DA87BE67C06}">
      <dgm:prSet custT="1"/>
      <dgm:spPr/>
      <dgm:t>
        <a:bodyPr/>
        <a:lstStyle/>
        <a:p>
          <a:r>
            <a:rPr lang="en-US" sz="2000" dirty="0"/>
            <a:t>Strengthened cross-functional </a:t>
          </a:r>
          <a:r>
            <a:rPr lang="en-US" sz="2000" dirty="0">
              <a:solidFill>
                <a:srgbClr val="C00000"/>
              </a:solidFill>
            </a:rPr>
            <a:t>alignment</a:t>
          </a:r>
        </a:p>
      </dgm:t>
    </dgm:pt>
    <dgm:pt modelId="{43D3CA74-6F1E-4C85-BDCF-352A8225E9C7}" type="parTrans" cxnId="{BB8FB9DF-56E6-496B-869A-7C376D136414}">
      <dgm:prSet/>
      <dgm:spPr/>
      <dgm:t>
        <a:bodyPr/>
        <a:lstStyle/>
        <a:p>
          <a:endParaRPr lang="en-US"/>
        </a:p>
      </dgm:t>
    </dgm:pt>
    <dgm:pt modelId="{018BF074-4946-400D-8971-845CFCFA263F}" type="sibTrans" cxnId="{BB8FB9DF-56E6-496B-869A-7C376D136414}">
      <dgm:prSet/>
      <dgm:spPr/>
      <dgm:t>
        <a:bodyPr/>
        <a:lstStyle/>
        <a:p>
          <a:endParaRPr lang="en-US"/>
        </a:p>
      </dgm:t>
    </dgm:pt>
    <dgm:pt modelId="{48251963-0F92-4B8D-A129-225C62B00989}">
      <dgm:prSet custT="1"/>
      <dgm:spPr/>
      <dgm:t>
        <a:bodyPr/>
        <a:lstStyle/>
        <a:p>
          <a:r>
            <a:rPr lang="en-US" sz="2000" dirty="0">
              <a:solidFill>
                <a:srgbClr val="C00000"/>
              </a:solidFill>
            </a:rPr>
            <a:t>Accelerate</a:t>
          </a:r>
          <a:r>
            <a:rPr lang="en-US" sz="2000" dirty="0"/>
            <a:t> AI &amp; cloud transformation</a:t>
          </a:r>
        </a:p>
      </dgm:t>
    </dgm:pt>
    <dgm:pt modelId="{44802D75-9EB2-47E0-A26B-1DBFB8EDEBF2}" type="parTrans" cxnId="{758B5EA8-1D6E-478B-94F2-081BDB4F7AE4}">
      <dgm:prSet/>
      <dgm:spPr/>
      <dgm:t>
        <a:bodyPr/>
        <a:lstStyle/>
        <a:p>
          <a:endParaRPr lang="en-US"/>
        </a:p>
      </dgm:t>
    </dgm:pt>
    <dgm:pt modelId="{E1543659-0E4B-448C-B2B8-84F38593CFAC}" type="sibTrans" cxnId="{758B5EA8-1D6E-478B-94F2-081BDB4F7AE4}">
      <dgm:prSet/>
      <dgm:spPr/>
      <dgm:t>
        <a:bodyPr/>
        <a:lstStyle/>
        <a:p>
          <a:endParaRPr lang="en-US"/>
        </a:p>
      </dgm:t>
    </dgm:pt>
    <dgm:pt modelId="{86D75C88-0D19-4A4D-8ECF-02EC5489EB14}">
      <dgm:prSet custT="1"/>
      <dgm:spPr/>
      <dgm:t>
        <a:bodyPr/>
        <a:lstStyle/>
        <a:p>
          <a:r>
            <a:rPr lang="en-US" sz="2000" dirty="0"/>
            <a:t>Deepen leadership and </a:t>
          </a:r>
          <a:r>
            <a:rPr lang="en-US" sz="2000" dirty="0">
              <a:solidFill>
                <a:srgbClr val="C00000"/>
              </a:solidFill>
            </a:rPr>
            <a:t>talent pipeline</a:t>
          </a:r>
        </a:p>
      </dgm:t>
    </dgm:pt>
    <dgm:pt modelId="{484839E1-C12F-4C65-ADA6-2934EEFFEF9E}" type="parTrans" cxnId="{CCDC4F71-6B0E-4080-A5B1-4BDC20EE6FD6}">
      <dgm:prSet/>
      <dgm:spPr/>
      <dgm:t>
        <a:bodyPr/>
        <a:lstStyle/>
        <a:p>
          <a:endParaRPr lang="en-US"/>
        </a:p>
      </dgm:t>
    </dgm:pt>
    <dgm:pt modelId="{6D966009-2584-45B1-ABF5-671BB4FA902D}" type="sibTrans" cxnId="{CCDC4F71-6B0E-4080-A5B1-4BDC20EE6FD6}">
      <dgm:prSet/>
      <dgm:spPr/>
      <dgm:t>
        <a:bodyPr/>
        <a:lstStyle/>
        <a:p>
          <a:endParaRPr lang="en-US"/>
        </a:p>
      </dgm:t>
    </dgm:pt>
    <dgm:pt modelId="{1EDA8CFA-15A0-4B3A-AA8D-3402DA91812E}">
      <dgm:prSet custT="1"/>
      <dgm:spPr/>
      <dgm:t>
        <a:bodyPr/>
        <a:lstStyle/>
        <a:p>
          <a:r>
            <a:rPr lang="en-US" sz="2000" dirty="0"/>
            <a:t>Deliver measurable, risk-aligned outcomes</a:t>
          </a:r>
        </a:p>
      </dgm:t>
    </dgm:pt>
    <dgm:pt modelId="{A2496609-BEE0-4ED7-84A2-6AA6868B1773}" type="parTrans" cxnId="{B07387BB-0F6F-4757-9F7D-05FC5C49CA64}">
      <dgm:prSet/>
      <dgm:spPr/>
      <dgm:t>
        <a:bodyPr/>
        <a:lstStyle/>
        <a:p>
          <a:endParaRPr lang="en-US"/>
        </a:p>
      </dgm:t>
    </dgm:pt>
    <dgm:pt modelId="{8644DEBF-3C89-4518-A0F4-D0A8C040E50B}" type="sibTrans" cxnId="{B07387BB-0F6F-4757-9F7D-05FC5C49CA64}">
      <dgm:prSet/>
      <dgm:spPr/>
      <dgm:t>
        <a:bodyPr/>
        <a:lstStyle/>
        <a:p>
          <a:endParaRPr lang="en-US"/>
        </a:p>
      </dgm:t>
    </dgm:pt>
    <dgm:pt modelId="{8D500D78-CFCF-4FB2-9CCE-7654E5881999}" type="pres">
      <dgm:prSet presAssocID="{C8D19294-8320-4818-A7A6-2B29CE9B526E}" presName="linearFlow" presStyleCnt="0">
        <dgm:presLayoutVars>
          <dgm:dir/>
          <dgm:animLvl val="lvl"/>
          <dgm:resizeHandles val="exact"/>
        </dgm:presLayoutVars>
      </dgm:prSet>
      <dgm:spPr/>
    </dgm:pt>
    <dgm:pt modelId="{ACD49EE1-FC53-46BF-BF63-BBB11367A709}" type="pres">
      <dgm:prSet presAssocID="{8CA1D5F6-C56B-4402-A3F6-4FBCDB8C087B}" presName="composite" presStyleCnt="0"/>
      <dgm:spPr/>
    </dgm:pt>
    <dgm:pt modelId="{FE7F61C4-D9F7-4039-B4BD-EE7ABD1E0AF8}" type="pres">
      <dgm:prSet presAssocID="{8CA1D5F6-C56B-4402-A3F6-4FBCDB8C087B}" presName="parentText" presStyleLbl="alignNode1" presStyleIdx="0" presStyleCnt="2">
        <dgm:presLayoutVars>
          <dgm:chMax val="1"/>
          <dgm:bulletEnabled val="1"/>
        </dgm:presLayoutVars>
      </dgm:prSet>
      <dgm:spPr/>
    </dgm:pt>
    <dgm:pt modelId="{970BB9C7-CCFB-4DA6-8115-D2BB848FB778}" type="pres">
      <dgm:prSet presAssocID="{8CA1D5F6-C56B-4402-A3F6-4FBCDB8C087B}" presName="descendantText" presStyleLbl="alignAcc1" presStyleIdx="0" presStyleCnt="2">
        <dgm:presLayoutVars>
          <dgm:bulletEnabled val="1"/>
        </dgm:presLayoutVars>
      </dgm:prSet>
      <dgm:spPr/>
    </dgm:pt>
    <dgm:pt modelId="{FED680FC-1B9D-4249-9B81-22129A9EE15E}" type="pres">
      <dgm:prSet presAssocID="{024829B2-F837-4C85-A747-E5243AC67FB6}" presName="sp" presStyleCnt="0"/>
      <dgm:spPr/>
    </dgm:pt>
    <dgm:pt modelId="{DF3B194B-2A3D-4889-A47E-F97B483609F4}" type="pres">
      <dgm:prSet presAssocID="{B25FFDD5-2BF7-4347-8E4A-B6889ACFA8BB}" presName="composite" presStyleCnt="0"/>
      <dgm:spPr/>
    </dgm:pt>
    <dgm:pt modelId="{C6337904-7A33-47DC-B2CE-6BA2EC43AD2B}" type="pres">
      <dgm:prSet presAssocID="{B25FFDD5-2BF7-4347-8E4A-B6889ACFA8BB}" presName="parentText" presStyleLbl="alignNode1" presStyleIdx="1" presStyleCnt="2">
        <dgm:presLayoutVars>
          <dgm:chMax val="1"/>
          <dgm:bulletEnabled val="1"/>
        </dgm:presLayoutVars>
      </dgm:prSet>
      <dgm:spPr/>
    </dgm:pt>
    <dgm:pt modelId="{6C6D098B-A3B5-4AA5-815B-DAE4FEEE7426}" type="pres">
      <dgm:prSet presAssocID="{B25FFDD5-2BF7-4347-8E4A-B6889ACFA8BB}" presName="descendantText" presStyleLbl="alignAcc1" presStyleIdx="1" presStyleCnt="2">
        <dgm:presLayoutVars>
          <dgm:bulletEnabled val="1"/>
        </dgm:presLayoutVars>
      </dgm:prSet>
      <dgm:spPr/>
    </dgm:pt>
  </dgm:ptLst>
  <dgm:cxnLst>
    <dgm:cxn modelId="{285BCE00-247B-47E4-A951-C9B43E3CFE40}" type="presOf" srcId="{1EDA8CFA-15A0-4B3A-AA8D-3402DA91812E}" destId="{6C6D098B-A3B5-4AA5-815B-DAE4FEEE7426}" srcOrd="0" destOrd="3" presId="urn:microsoft.com/office/officeart/2005/8/layout/chevron2"/>
    <dgm:cxn modelId="{643A5B0B-6158-4FA6-B8A2-6BF07B68FB48}" type="presOf" srcId="{35F097B1-8E41-4BE5-8B26-1F0CC68E9FAC}" destId="{970BB9C7-CCFB-4DA6-8115-D2BB848FB778}" srcOrd="0" destOrd="0" presId="urn:microsoft.com/office/officeart/2005/8/layout/chevron2"/>
    <dgm:cxn modelId="{3F00FA0F-55F8-4726-8F52-B57DC2141166}" type="presOf" srcId="{3A222BED-C077-4404-B8E7-630D6E1BFDBD}" destId="{970BB9C7-CCFB-4DA6-8115-D2BB848FB778}" srcOrd="0" destOrd="1" presId="urn:microsoft.com/office/officeart/2005/8/layout/chevron2"/>
    <dgm:cxn modelId="{D3D64626-E6FF-41C6-AEA8-D99824190A2C}" srcId="{C8D19294-8320-4818-A7A6-2B29CE9B526E}" destId="{B25FFDD5-2BF7-4347-8E4A-B6889ACFA8BB}" srcOrd="1" destOrd="0" parTransId="{6D44BA2F-6620-46E9-87BE-43C3F3D4471C}" sibTransId="{1095C7D7-76F1-4124-AF90-7CA7ED177A5E}"/>
    <dgm:cxn modelId="{D6857C35-8436-4857-924F-402BE3616834}" type="presOf" srcId="{8CA1D5F6-C56B-4402-A3F6-4FBCDB8C087B}" destId="{FE7F61C4-D9F7-4039-B4BD-EE7ABD1E0AF8}" srcOrd="0" destOrd="0" presId="urn:microsoft.com/office/officeart/2005/8/layout/chevron2"/>
    <dgm:cxn modelId="{6316E642-8885-411B-889D-3148C75BD3CE}" srcId="{8CA1D5F6-C56B-4402-A3F6-4FBCDB8C087B}" destId="{35F097B1-8E41-4BE5-8B26-1F0CC68E9FAC}" srcOrd="0" destOrd="0" parTransId="{1C9EB8EA-12E7-4E01-8558-8255AC613F63}" sibTransId="{60A99FEA-4722-4339-9AA6-05C91F744F41}"/>
    <dgm:cxn modelId="{997CB666-9E0B-4D66-B3AB-E8318BADC9F3}" srcId="{B25FFDD5-2BF7-4347-8E4A-B6889ACFA8BB}" destId="{73330562-FB48-4CD8-9EEC-CE1202DF9607}" srcOrd="0" destOrd="0" parTransId="{BC3EEDE1-EFA0-477F-A58D-A8E6DEFC2E21}" sibTransId="{3096C7C3-1BCB-4930-A484-EB0F52A08B60}"/>
    <dgm:cxn modelId="{316B5049-F687-4FAA-81D2-67087222DACC}" type="presOf" srcId="{FA6E48CF-A7C2-4B4D-90D3-43FFB6AE6121}" destId="{970BB9C7-CCFB-4DA6-8115-D2BB848FB778}" srcOrd="0" destOrd="2" presId="urn:microsoft.com/office/officeart/2005/8/layout/chevron2"/>
    <dgm:cxn modelId="{CCDC4F71-6B0E-4080-A5B1-4BDC20EE6FD6}" srcId="{B25FFDD5-2BF7-4347-8E4A-B6889ACFA8BB}" destId="{86D75C88-0D19-4A4D-8ECF-02EC5489EB14}" srcOrd="2" destOrd="0" parTransId="{484839E1-C12F-4C65-ADA6-2934EEFFEF9E}" sibTransId="{6D966009-2584-45B1-ABF5-671BB4FA902D}"/>
    <dgm:cxn modelId="{9549BD78-E5CC-446B-89DE-B65B1E90CA86}" type="presOf" srcId="{48251963-0F92-4B8D-A129-225C62B00989}" destId="{6C6D098B-A3B5-4AA5-815B-DAE4FEEE7426}" srcOrd="0" destOrd="1" presId="urn:microsoft.com/office/officeart/2005/8/layout/chevron2"/>
    <dgm:cxn modelId="{51138B79-67B6-4804-B875-D72A00168947}" type="presOf" srcId="{86D75C88-0D19-4A4D-8ECF-02EC5489EB14}" destId="{6C6D098B-A3B5-4AA5-815B-DAE4FEEE7426}" srcOrd="0" destOrd="2" presId="urn:microsoft.com/office/officeart/2005/8/layout/chevron2"/>
    <dgm:cxn modelId="{E67180A3-1C20-4FD1-8A42-ADF04F567215}" type="presOf" srcId="{B25FFDD5-2BF7-4347-8E4A-B6889ACFA8BB}" destId="{C6337904-7A33-47DC-B2CE-6BA2EC43AD2B}" srcOrd="0" destOrd="0" presId="urn:microsoft.com/office/officeart/2005/8/layout/chevron2"/>
    <dgm:cxn modelId="{758B5EA8-1D6E-478B-94F2-081BDB4F7AE4}" srcId="{B25FFDD5-2BF7-4347-8E4A-B6889ACFA8BB}" destId="{48251963-0F92-4B8D-A129-225C62B00989}" srcOrd="1" destOrd="0" parTransId="{44802D75-9EB2-47E0-A26B-1DBFB8EDEBF2}" sibTransId="{E1543659-0E4B-448C-B2B8-84F38593CFAC}"/>
    <dgm:cxn modelId="{B07387BB-0F6F-4757-9F7D-05FC5C49CA64}" srcId="{B25FFDD5-2BF7-4347-8E4A-B6889ACFA8BB}" destId="{1EDA8CFA-15A0-4B3A-AA8D-3402DA91812E}" srcOrd="3" destOrd="0" parTransId="{A2496609-BEE0-4ED7-84A2-6AA6868B1773}" sibTransId="{8644DEBF-3C89-4518-A0F4-D0A8C040E50B}"/>
    <dgm:cxn modelId="{F1F844BE-42FB-4CA5-A2BD-A307E6DE069B}" type="presOf" srcId="{643E3616-D6D3-48D2-A2D1-6DA87BE67C06}" destId="{970BB9C7-CCFB-4DA6-8115-D2BB848FB778}" srcOrd="0" destOrd="3" presId="urn:microsoft.com/office/officeart/2005/8/layout/chevron2"/>
    <dgm:cxn modelId="{C8CDDFC3-761E-4E7D-BD5E-FE63E85FD85C}" type="presOf" srcId="{73330562-FB48-4CD8-9EEC-CE1202DF9607}" destId="{6C6D098B-A3B5-4AA5-815B-DAE4FEEE7426}" srcOrd="0" destOrd="0" presId="urn:microsoft.com/office/officeart/2005/8/layout/chevron2"/>
    <dgm:cxn modelId="{B8D45BD4-178C-4102-8EAA-25CC94FCBCCA}" srcId="{8CA1D5F6-C56B-4402-A3F6-4FBCDB8C087B}" destId="{FA6E48CF-A7C2-4B4D-90D3-43FFB6AE6121}" srcOrd="2" destOrd="0" parTransId="{8DBAE6F6-EE7A-494E-91D4-82A5615F4441}" sibTransId="{D8ADE015-A476-4AC7-BFA9-32364DD5B5C3}"/>
    <dgm:cxn modelId="{BB8FB9DF-56E6-496B-869A-7C376D136414}" srcId="{8CA1D5F6-C56B-4402-A3F6-4FBCDB8C087B}" destId="{643E3616-D6D3-48D2-A2D1-6DA87BE67C06}" srcOrd="3" destOrd="0" parTransId="{43D3CA74-6F1E-4C85-BDCF-352A8225E9C7}" sibTransId="{018BF074-4946-400D-8971-845CFCFA263F}"/>
    <dgm:cxn modelId="{E6C83FF4-A365-4B42-B317-1108691C587E}" srcId="{8CA1D5F6-C56B-4402-A3F6-4FBCDB8C087B}" destId="{3A222BED-C077-4404-B8E7-630D6E1BFDBD}" srcOrd="1" destOrd="0" parTransId="{E00C2BC8-8AF4-4BC0-8D94-5E5F941C8F18}" sibTransId="{AEA1E611-2A7F-40A9-A5C4-F514A6995AB2}"/>
    <dgm:cxn modelId="{193870F8-5E62-4B21-AA8C-D732CC22F121}" type="presOf" srcId="{C8D19294-8320-4818-A7A6-2B29CE9B526E}" destId="{8D500D78-CFCF-4FB2-9CCE-7654E5881999}" srcOrd="0" destOrd="0" presId="urn:microsoft.com/office/officeart/2005/8/layout/chevron2"/>
    <dgm:cxn modelId="{C761D4FE-06F3-49C2-94AD-B3362701C5BA}" srcId="{C8D19294-8320-4818-A7A6-2B29CE9B526E}" destId="{8CA1D5F6-C56B-4402-A3F6-4FBCDB8C087B}" srcOrd="0" destOrd="0" parTransId="{FD7261CC-0ED8-4353-8954-AB27CA324573}" sibTransId="{024829B2-F837-4C85-A747-E5243AC67FB6}"/>
    <dgm:cxn modelId="{A8260F1B-5736-456F-832D-ACBBC1F9DBBA}" type="presParOf" srcId="{8D500D78-CFCF-4FB2-9CCE-7654E5881999}" destId="{ACD49EE1-FC53-46BF-BF63-BBB11367A709}" srcOrd="0" destOrd="0" presId="urn:microsoft.com/office/officeart/2005/8/layout/chevron2"/>
    <dgm:cxn modelId="{5A9DBB3F-3E82-4B37-8837-B8B51BF913AF}" type="presParOf" srcId="{ACD49EE1-FC53-46BF-BF63-BBB11367A709}" destId="{FE7F61C4-D9F7-4039-B4BD-EE7ABD1E0AF8}" srcOrd="0" destOrd="0" presId="urn:microsoft.com/office/officeart/2005/8/layout/chevron2"/>
    <dgm:cxn modelId="{0D671AE2-81DF-4044-B163-57BFC718A6ED}" type="presParOf" srcId="{ACD49EE1-FC53-46BF-BF63-BBB11367A709}" destId="{970BB9C7-CCFB-4DA6-8115-D2BB848FB778}" srcOrd="1" destOrd="0" presId="urn:microsoft.com/office/officeart/2005/8/layout/chevron2"/>
    <dgm:cxn modelId="{CAB24556-1AC4-4A98-AEAA-D4C7E9758EED}" type="presParOf" srcId="{8D500D78-CFCF-4FB2-9CCE-7654E5881999}" destId="{FED680FC-1B9D-4249-9B81-22129A9EE15E}" srcOrd="1" destOrd="0" presId="urn:microsoft.com/office/officeart/2005/8/layout/chevron2"/>
    <dgm:cxn modelId="{9C1F4BFF-4FE7-4433-A1CB-DF2BB987857C}" type="presParOf" srcId="{8D500D78-CFCF-4FB2-9CCE-7654E5881999}" destId="{DF3B194B-2A3D-4889-A47E-F97B483609F4}" srcOrd="2" destOrd="0" presId="urn:microsoft.com/office/officeart/2005/8/layout/chevron2"/>
    <dgm:cxn modelId="{EC357AA6-9A99-44D0-9787-1E3E0CC613FA}" type="presParOf" srcId="{DF3B194B-2A3D-4889-A47E-F97B483609F4}" destId="{C6337904-7A33-47DC-B2CE-6BA2EC43AD2B}" srcOrd="0" destOrd="0" presId="urn:microsoft.com/office/officeart/2005/8/layout/chevron2"/>
    <dgm:cxn modelId="{FE2EC4E6-2111-4E09-A050-EBA868334F8B}" type="presParOf" srcId="{DF3B194B-2A3D-4889-A47E-F97B483609F4}" destId="{6C6D098B-A3B5-4AA5-815B-DAE4FEEE742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1E01D4-419E-46A4-AB37-9798C2F1B7D7}">
      <dsp:nvSpPr>
        <dsp:cNvPr id="0" name=""/>
        <dsp:cNvSpPr/>
      </dsp:nvSpPr>
      <dsp:spPr>
        <a:xfrm rot="5400000">
          <a:off x="4701892" y="115670"/>
          <a:ext cx="1756767" cy="1528387"/>
        </a:xfrm>
        <a:prstGeom prst="hexagon">
          <a:avLst>
            <a:gd name="adj" fmla="val 25000"/>
            <a:gd name="vf" fmla="val 115470"/>
          </a:avLst>
        </a:prstGeom>
        <a:noFill/>
        <a:ln w="12700" cap="flat" cmpd="sng" algn="ctr">
          <a:solidFill>
            <a:schemeClr val="bg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BUSINESS</a:t>
          </a:r>
        </a:p>
      </dsp:txBody>
      <dsp:txXfrm rot="-5400000">
        <a:off x="5054256" y="275243"/>
        <a:ext cx="1052039" cy="1209241"/>
      </dsp:txXfrm>
    </dsp:sp>
    <dsp:sp modelId="{451BA4A1-3BE5-4617-B635-10A93C846916}">
      <dsp:nvSpPr>
        <dsp:cNvPr id="0" name=""/>
        <dsp:cNvSpPr/>
      </dsp:nvSpPr>
      <dsp:spPr>
        <a:xfrm>
          <a:off x="6390848" y="352833"/>
          <a:ext cx="1960552" cy="1054060"/>
        </a:xfrm>
        <a:prstGeom prst="rect">
          <a:avLst/>
        </a:prstGeom>
        <a:noFill/>
        <a:ln>
          <a:noFill/>
        </a:ln>
        <a:effectLst/>
      </dsp:spPr>
      <dsp:style>
        <a:lnRef idx="0">
          <a:scrgbClr r="0" g="0" b="0"/>
        </a:lnRef>
        <a:fillRef idx="0">
          <a:scrgbClr r="0" g="0" b="0"/>
        </a:fillRef>
        <a:effectRef idx="0">
          <a:scrgbClr r="0" g="0" b="0"/>
        </a:effectRef>
        <a:fontRef idx="minor"/>
      </dsp:style>
    </dsp:sp>
    <dsp:sp modelId="{B8921B84-9B1A-422B-96F1-2EBB1F37C715}">
      <dsp:nvSpPr>
        <dsp:cNvPr id="0" name=""/>
        <dsp:cNvSpPr/>
      </dsp:nvSpPr>
      <dsp:spPr>
        <a:xfrm rot="5400000">
          <a:off x="2296700" y="1659833"/>
          <a:ext cx="1756767" cy="1528387"/>
        </a:xfrm>
        <a:prstGeom prst="hexagon">
          <a:avLst>
            <a:gd name="adj" fmla="val 25000"/>
            <a:gd name="vf" fmla="val 115470"/>
          </a:avLst>
        </a:prstGeom>
        <a:noFill/>
        <a:ln w="12700" cap="flat" cmpd="sng" algn="ctr">
          <a:solidFill>
            <a:schemeClr val="bg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CLOUD PLATFORM</a:t>
          </a:r>
        </a:p>
      </dsp:txBody>
      <dsp:txXfrm rot="-5400000">
        <a:off x="2649064" y="1819406"/>
        <a:ext cx="1052039" cy="1209241"/>
      </dsp:txXfrm>
    </dsp:sp>
    <dsp:sp modelId="{0CD14350-19C1-40A0-B2F4-AA96A939EAA6}">
      <dsp:nvSpPr>
        <dsp:cNvPr id="0" name=""/>
        <dsp:cNvSpPr/>
      </dsp:nvSpPr>
      <dsp:spPr>
        <a:xfrm rot="5400000">
          <a:off x="3873401" y="1606814"/>
          <a:ext cx="1756767" cy="1528387"/>
        </a:xfrm>
        <a:prstGeom prst="hexagon">
          <a:avLst>
            <a:gd name="adj" fmla="val 25000"/>
            <a:gd name="vf" fmla="val 115470"/>
          </a:avLst>
        </a:prstGeom>
        <a:noFill/>
        <a:ln w="12700" cap="flat" cmpd="sng" algn="ctr">
          <a:solidFill>
            <a:schemeClr val="bg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endParaRPr lang="en-US" sz="2800" kern="1200" dirty="0"/>
        </a:p>
      </dsp:txBody>
      <dsp:txXfrm rot="-5400000">
        <a:off x="4225765" y="1766387"/>
        <a:ext cx="1052039" cy="1209241"/>
      </dsp:txXfrm>
    </dsp:sp>
    <dsp:sp modelId="{D2E4F923-EA6D-4740-A4CD-54C8EE2F0079}">
      <dsp:nvSpPr>
        <dsp:cNvPr id="0" name=""/>
        <dsp:cNvSpPr/>
      </dsp:nvSpPr>
      <dsp:spPr>
        <a:xfrm>
          <a:off x="2027039" y="1843977"/>
          <a:ext cx="1897308" cy="1054060"/>
        </a:xfrm>
        <a:prstGeom prst="rect">
          <a:avLst/>
        </a:prstGeom>
        <a:noFill/>
        <a:ln>
          <a:noFill/>
        </a:ln>
        <a:effectLst/>
      </dsp:spPr>
      <dsp:style>
        <a:lnRef idx="0">
          <a:scrgbClr r="0" g="0" b="0"/>
        </a:lnRef>
        <a:fillRef idx="0">
          <a:scrgbClr r="0" g="0" b="0"/>
        </a:fillRef>
        <a:effectRef idx="0">
          <a:scrgbClr r="0" g="0" b="0"/>
        </a:effectRef>
        <a:fontRef idx="minor"/>
      </dsp:style>
    </dsp:sp>
    <dsp:sp modelId="{0DB074F6-738B-459E-B2DF-17395E0ED8E8}">
      <dsp:nvSpPr>
        <dsp:cNvPr id="0" name=""/>
        <dsp:cNvSpPr/>
      </dsp:nvSpPr>
      <dsp:spPr>
        <a:xfrm rot="5400000">
          <a:off x="5524059" y="1606814"/>
          <a:ext cx="1756767" cy="1528387"/>
        </a:xfrm>
        <a:prstGeom prst="hexagon">
          <a:avLst>
            <a:gd name="adj" fmla="val 25000"/>
            <a:gd name="vf" fmla="val 115470"/>
          </a:avLst>
        </a:prstGeom>
        <a:noFill/>
        <a:ln w="12700" cap="flat" cmpd="sng" algn="ctr">
          <a:solidFill>
            <a:schemeClr val="bg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AI PLATFORM</a:t>
          </a:r>
        </a:p>
      </dsp:txBody>
      <dsp:txXfrm rot="-5400000">
        <a:off x="5876423" y="1766387"/>
        <a:ext cx="1052039" cy="1209241"/>
      </dsp:txXfrm>
    </dsp:sp>
    <dsp:sp modelId="{4F3E3E30-D08B-4614-B924-25FF1E3F1115}">
      <dsp:nvSpPr>
        <dsp:cNvPr id="0" name=""/>
        <dsp:cNvSpPr/>
      </dsp:nvSpPr>
      <dsp:spPr>
        <a:xfrm rot="5400000">
          <a:off x="4701892" y="3097958"/>
          <a:ext cx="1756767" cy="1528387"/>
        </a:xfrm>
        <a:prstGeom prst="hexagon">
          <a:avLst>
            <a:gd name="adj" fmla="val 25000"/>
            <a:gd name="vf" fmla="val 115470"/>
          </a:avLst>
        </a:prstGeom>
        <a:noFill/>
        <a:ln w="12700" cap="flat" cmpd="sng" algn="ctr">
          <a:solidFill>
            <a:schemeClr val="bg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RISK </a:t>
          </a:r>
        </a:p>
        <a:p>
          <a:pPr marL="0" lvl="0" indent="0" algn="ctr" defTabSz="711200">
            <a:lnSpc>
              <a:spcPct val="90000"/>
            </a:lnSpc>
            <a:spcBef>
              <a:spcPct val="0"/>
            </a:spcBef>
            <a:spcAft>
              <a:spcPct val="35000"/>
            </a:spcAft>
            <a:buNone/>
          </a:pPr>
          <a:r>
            <a:rPr lang="en-US" sz="1600" b="1" kern="1200" dirty="0">
              <a:solidFill>
                <a:schemeClr val="tx1"/>
              </a:solidFill>
            </a:rPr>
            <a:t>&amp; COMPLIANCE</a:t>
          </a:r>
        </a:p>
      </dsp:txBody>
      <dsp:txXfrm rot="-5400000">
        <a:off x="5054256" y="3257531"/>
        <a:ext cx="1052039" cy="1209241"/>
      </dsp:txXfrm>
    </dsp:sp>
    <dsp:sp modelId="{E4F3FE36-3657-40ED-BE6C-2E4BD2AD3740}">
      <dsp:nvSpPr>
        <dsp:cNvPr id="0" name=""/>
        <dsp:cNvSpPr/>
      </dsp:nvSpPr>
      <dsp:spPr>
        <a:xfrm>
          <a:off x="6390848" y="3335121"/>
          <a:ext cx="1960552" cy="1054060"/>
        </a:xfrm>
        <a:prstGeom prst="rect">
          <a:avLst/>
        </a:prstGeom>
        <a:noFill/>
        <a:ln>
          <a:noFill/>
        </a:ln>
        <a:effectLst/>
      </dsp:spPr>
      <dsp:style>
        <a:lnRef idx="0">
          <a:scrgbClr r="0" g="0" b="0"/>
        </a:lnRef>
        <a:fillRef idx="0">
          <a:scrgbClr r="0" g="0" b="0"/>
        </a:fillRef>
        <a:effectRef idx="0">
          <a:scrgbClr r="0" g="0" b="0"/>
        </a:effectRef>
        <a:fontRef idx="minor"/>
      </dsp:style>
    </dsp:sp>
    <dsp:sp modelId="{DBE92132-8A14-4DDF-A818-815CAA164C05}">
      <dsp:nvSpPr>
        <dsp:cNvPr id="0" name=""/>
        <dsp:cNvSpPr/>
      </dsp:nvSpPr>
      <dsp:spPr>
        <a:xfrm rot="5400000">
          <a:off x="3051234" y="3097958"/>
          <a:ext cx="1756767" cy="1528387"/>
        </a:xfrm>
        <a:prstGeom prst="hexagon">
          <a:avLst>
            <a:gd name="adj" fmla="val 25000"/>
            <a:gd name="vf" fmla="val 115470"/>
          </a:avLst>
        </a:prstGeom>
        <a:noFill/>
        <a:ln w="12700" cap="flat" cmpd="sng" algn="ctr">
          <a:solidFill>
            <a:schemeClr val="bg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MIGRATION  TEAMS</a:t>
          </a:r>
        </a:p>
      </dsp:txBody>
      <dsp:txXfrm rot="-5400000">
        <a:off x="3403598" y="3257531"/>
        <a:ext cx="1052039" cy="1209241"/>
      </dsp:txXfrm>
    </dsp:sp>
    <dsp:sp modelId="{B1DFBA95-4643-4B70-A4F0-D21772C66727}">
      <dsp:nvSpPr>
        <dsp:cNvPr id="0" name=""/>
        <dsp:cNvSpPr/>
      </dsp:nvSpPr>
      <dsp:spPr>
        <a:xfrm rot="5400000">
          <a:off x="3873401" y="4589102"/>
          <a:ext cx="1756767" cy="1528387"/>
        </a:xfrm>
        <a:prstGeom prst="hexagon">
          <a:avLst>
            <a:gd name="adj" fmla="val 25000"/>
            <a:gd name="vf" fmla="val 115470"/>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endParaRPr lang="en-US" sz="2800" kern="1200" dirty="0"/>
        </a:p>
      </dsp:txBody>
      <dsp:txXfrm rot="-5400000">
        <a:off x="4225765" y="4748675"/>
        <a:ext cx="1052039" cy="1209241"/>
      </dsp:txXfrm>
    </dsp:sp>
    <dsp:sp modelId="{F122CCC8-1D28-49D9-AA8E-E5CCCE45BA06}">
      <dsp:nvSpPr>
        <dsp:cNvPr id="0" name=""/>
        <dsp:cNvSpPr/>
      </dsp:nvSpPr>
      <dsp:spPr>
        <a:xfrm>
          <a:off x="2027039" y="4826265"/>
          <a:ext cx="1897308" cy="1054060"/>
        </a:xfrm>
        <a:prstGeom prst="rect">
          <a:avLst/>
        </a:prstGeom>
        <a:noFill/>
        <a:ln>
          <a:noFill/>
        </a:ln>
        <a:effectLst/>
      </dsp:spPr>
      <dsp:style>
        <a:lnRef idx="0">
          <a:scrgbClr r="0" g="0" b="0"/>
        </a:lnRef>
        <a:fillRef idx="0">
          <a:scrgbClr r="0" g="0" b="0"/>
        </a:fillRef>
        <a:effectRef idx="0">
          <a:scrgbClr r="0" g="0" b="0"/>
        </a:effectRef>
        <a:fontRef idx="minor"/>
      </dsp:style>
    </dsp:sp>
    <dsp:sp modelId="{86E14C76-6563-432A-A854-81554ADDD50F}">
      <dsp:nvSpPr>
        <dsp:cNvPr id="0" name=""/>
        <dsp:cNvSpPr/>
      </dsp:nvSpPr>
      <dsp:spPr>
        <a:xfrm rot="5400000">
          <a:off x="3032329" y="114189"/>
          <a:ext cx="1756767" cy="1528387"/>
        </a:xfrm>
        <a:prstGeom prst="hexagon">
          <a:avLst>
            <a:gd name="adj" fmla="val 25000"/>
            <a:gd name="vf" fmla="val 115470"/>
          </a:avLst>
        </a:prstGeom>
        <a:noFill/>
        <a:ln w="12700" cap="flat" cmpd="sng" algn="ctr">
          <a:solidFill>
            <a:schemeClr val="bg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SRE</a:t>
          </a:r>
        </a:p>
      </dsp:txBody>
      <dsp:txXfrm rot="-5400000">
        <a:off x="3384693" y="273762"/>
        <a:ext cx="1052039" cy="12092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7F61C4-D9F7-4039-B4BD-EE7ABD1E0AF8}">
      <dsp:nvSpPr>
        <dsp:cNvPr id="0" name=""/>
        <dsp:cNvSpPr/>
      </dsp:nvSpPr>
      <dsp:spPr>
        <a:xfrm rot="5400000">
          <a:off x="-382649" y="385434"/>
          <a:ext cx="2550996" cy="1785697"/>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rPr>
            <a:t>IMPACT DELIVERED</a:t>
          </a:r>
          <a:endParaRPr lang="en-US" sz="2800" kern="1200" dirty="0">
            <a:solidFill>
              <a:schemeClr val="tx1"/>
            </a:solidFill>
          </a:endParaRPr>
        </a:p>
      </dsp:txBody>
      <dsp:txXfrm rot="-5400000">
        <a:off x="1" y="895634"/>
        <a:ext cx="1785697" cy="765299"/>
      </dsp:txXfrm>
    </dsp:sp>
    <dsp:sp modelId="{970BB9C7-CCFB-4DA6-8115-D2BB848FB778}">
      <dsp:nvSpPr>
        <dsp:cNvPr id="0" name=""/>
        <dsp:cNvSpPr/>
      </dsp:nvSpPr>
      <dsp:spPr>
        <a:xfrm rot="5400000">
          <a:off x="4051574" y="-2263091"/>
          <a:ext cx="1659019" cy="6190773"/>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solidFill>
                <a:srgbClr val="C00000"/>
              </a:solidFill>
            </a:rPr>
            <a:t>Scaled </a:t>
          </a:r>
          <a:r>
            <a:rPr lang="en-US" sz="2000" kern="1200" dirty="0">
              <a:solidFill>
                <a:schemeClr val="tx1"/>
              </a:solidFill>
            </a:rPr>
            <a:t>cloud</a:t>
          </a:r>
          <a:r>
            <a:rPr lang="en-US" sz="2000" kern="1200" dirty="0">
              <a:solidFill>
                <a:srgbClr val="C00000"/>
              </a:solidFill>
            </a:rPr>
            <a:t> </a:t>
          </a:r>
          <a:r>
            <a:rPr lang="en-US" sz="2000" kern="1200" dirty="0"/>
            <a:t>platform adoption</a:t>
          </a:r>
        </a:p>
        <a:p>
          <a:pPr marL="228600" lvl="1" indent="-228600" algn="l" defTabSz="889000">
            <a:lnSpc>
              <a:spcPct val="90000"/>
            </a:lnSpc>
            <a:spcBef>
              <a:spcPct val="0"/>
            </a:spcBef>
            <a:spcAft>
              <a:spcPct val="15000"/>
            </a:spcAft>
            <a:buChar char="•"/>
          </a:pPr>
          <a:r>
            <a:rPr lang="en-US" sz="2000" kern="1200" dirty="0"/>
            <a:t>Established SaaS operating </a:t>
          </a:r>
          <a:r>
            <a:rPr lang="en-US" sz="2000" kern="1200" dirty="0">
              <a:solidFill>
                <a:srgbClr val="C00000"/>
              </a:solidFill>
            </a:rPr>
            <a:t>foundation</a:t>
          </a:r>
        </a:p>
        <a:p>
          <a:pPr marL="228600" lvl="1" indent="-228600" algn="l" defTabSz="889000">
            <a:lnSpc>
              <a:spcPct val="90000"/>
            </a:lnSpc>
            <a:spcBef>
              <a:spcPct val="0"/>
            </a:spcBef>
            <a:spcAft>
              <a:spcPct val="15000"/>
            </a:spcAft>
            <a:buChar char="•"/>
          </a:pPr>
          <a:r>
            <a:rPr lang="en-US" sz="2000" kern="1200" dirty="0">
              <a:solidFill>
                <a:srgbClr val="C00000"/>
              </a:solidFill>
            </a:rPr>
            <a:t>Enabled</a:t>
          </a:r>
          <a:r>
            <a:rPr lang="en-US" sz="2000" kern="1200" dirty="0"/>
            <a:t> AI-ready architecture</a:t>
          </a:r>
        </a:p>
        <a:p>
          <a:pPr marL="228600" lvl="1" indent="-228600" algn="l" defTabSz="889000">
            <a:lnSpc>
              <a:spcPct val="90000"/>
            </a:lnSpc>
            <a:spcBef>
              <a:spcPct val="0"/>
            </a:spcBef>
            <a:spcAft>
              <a:spcPct val="15000"/>
            </a:spcAft>
            <a:buChar char="•"/>
          </a:pPr>
          <a:r>
            <a:rPr lang="en-US" sz="2000" kern="1200" dirty="0"/>
            <a:t>Strengthened cross-functional </a:t>
          </a:r>
          <a:r>
            <a:rPr lang="en-US" sz="2000" kern="1200" dirty="0">
              <a:solidFill>
                <a:srgbClr val="C00000"/>
              </a:solidFill>
            </a:rPr>
            <a:t>alignment</a:t>
          </a:r>
        </a:p>
      </dsp:txBody>
      <dsp:txXfrm rot="-5400000">
        <a:off x="1785698" y="83772"/>
        <a:ext cx="6109786" cy="1497045"/>
      </dsp:txXfrm>
    </dsp:sp>
    <dsp:sp modelId="{C6337904-7A33-47DC-B2CE-6BA2EC43AD2B}">
      <dsp:nvSpPr>
        <dsp:cNvPr id="0" name=""/>
        <dsp:cNvSpPr/>
      </dsp:nvSpPr>
      <dsp:spPr>
        <a:xfrm rot="5400000">
          <a:off x="-382649" y="2653174"/>
          <a:ext cx="2550996" cy="1785697"/>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rPr>
            <a:t>NEXT PHASE</a:t>
          </a:r>
          <a:endParaRPr lang="en-US" sz="2800" kern="1200" dirty="0">
            <a:solidFill>
              <a:schemeClr val="tx1"/>
            </a:solidFill>
          </a:endParaRPr>
        </a:p>
      </dsp:txBody>
      <dsp:txXfrm rot="-5400000">
        <a:off x="1" y="3163374"/>
        <a:ext cx="1785697" cy="765299"/>
      </dsp:txXfrm>
    </dsp:sp>
    <dsp:sp modelId="{6C6D098B-A3B5-4AA5-815B-DAE4FEEE7426}">
      <dsp:nvSpPr>
        <dsp:cNvPr id="0" name=""/>
        <dsp:cNvSpPr/>
      </dsp:nvSpPr>
      <dsp:spPr>
        <a:xfrm rot="5400000">
          <a:off x="4052010" y="4212"/>
          <a:ext cx="1658148" cy="6190773"/>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Scale platforms as </a:t>
          </a:r>
          <a:r>
            <a:rPr lang="en-US" sz="2000" kern="1200" dirty="0">
              <a:solidFill>
                <a:srgbClr val="C00000"/>
              </a:solidFill>
            </a:rPr>
            <a:t>strategic </a:t>
          </a:r>
          <a:r>
            <a:rPr lang="en-US" sz="2000" kern="1200" dirty="0">
              <a:solidFill>
                <a:schemeClr val="tx1"/>
              </a:solidFill>
            </a:rPr>
            <a:t>capabilities</a:t>
          </a:r>
        </a:p>
        <a:p>
          <a:pPr marL="228600" lvl="1" indent="-228600" algn="l" defTabSz="889000">
            <a:lnSpc>
              <a:spcPct val="90000"/>
            </a:lnSpc>
            <a:spcBef>
              <a:spcPct val="0"/>
            </a:spcBef>
            <a:spcAft>
              <a:spcPct val="15000"/>
            </a:spcAft>
            <a:buChar char="•"/>
          </a:pPr>
          <a:r>
            <a:rPr lang="en-US" sz="2000" kern="1200" dirty="0">
              <a:solidFill>
                <a:srgbClr val="C00000"/>
              </a:solidFill>
            </a:rPr>
            <a:t>Accelerate</a:t>
          </a:r>
          <a:r>
            <a:rPr lang="en-US" sz="2000" kern="1200" dirty="0"/>
            <a:t> AI &amp; cloud transformation</a:t>
          </a:r>
        </a:p>
        <a:p>
          <a:pPr marL="228600" lvl="1" indent="-228600" algn="l" defTabSz="889000">
            <a:lnSpc>
              <a:spcPct val="90000"/>
            </a:lnSpc>
            <a:spcBef>
              <a:spcPct val="0"/>
            </a:spcBef>
            <a:spcAft>
              <a:spcPct val="15000"/>
            </a:spcAft>
            <a:buChar char="•"/>
          </a:pPr>
          <a:r>
            <a:rPr lang="en-US" sz="2000" kern="1200" dirty="0"/>
            <a:t>Deepen leadership and </a:t>
          </a:r>
          <a:r>
            <a:rPr lang="en-US" sz="2000" kern="1200" dirty="0">
              <a:solidFill>
                <a:srgbClr val="C00000"/>
              </a:solidFill>
            </a:rPr>
            <a:t>talent pipeline</a:t>
          </a:r>
        </a:p>
        <a:p>
          <a:pPr marL="228600" lvl="1" indent="-228600" algn="l" defTabSz="889000">
            <a:lnSpc>
              <a:spcPct val="90000"/>
            </a:lnSpc>
            <a:spcBef>
              <a:spcPct val="0"/>
            </a:spcBef>
            <a:spcAft>
              <a:spcPct val="15000"/>
            </a:spcAft>
            <a:buChar char="•"/>
          </a:pPr>
          <a:r>
            <a:rPr lang="en-US" sz="2000" kern="1200" dirty="0"/>
            <a:t>Deliver measurable, risk-aligned outcomes</a:t>
          </a:r>
        </a:p>
      </dsp:txBody>
      <dsp:txXfrm rot="-5400000">
        <a:off x="1785698" y="2351468"/>
        <a:ext cx="6109829" cy="1496260"/>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1A8167-D2AE-4286-B003-2071AE20EE9C}" type="datetimeFigureOut">
              <a:rPr lang="en-US" smtClean="0"/>
              <a:t>6/7/2026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BFD81D-6CA5-4D19-ABB8-98E478FE62BA}" type="slidenum">
              <a:rPr lang="en-US" smtClean="0"/>
              <a:t>‹#›</a:t>
            </a:fld>
            <a:endParaRPr lang="en-US"/>
          </a:p>
        </p:txBody>
      </p:sp>
    </p:spTree>
    <p:extLst>
      <p:ext uri="{BB962C8B-B14F-4D97-AF65-F5344CB8AC3E}">
        <p14:creationId xmlns:p14="http://schemas.microsoft.com/office/powerpoint/2010/main" val="1742198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opportunity to present.</a:t>
            </a:r>
          </a:p>
          <a:p>
            <a:endParaRPr lang="en-US" dirty="0"/>
          </a:p>
          <a:p>
            <a:r>
              <a:rPr lang="en-US" dirty="0"/>
              <a:t>I'm Manjunath, an Architect and Azure Solutions Architect Expert with over 16 years of industry experience, including the last 6 years with the firm.</a:t>
            </a:r>
          </a:p>
          <a:p>
            <a:endParaRPr lang="en-US" dirty="0"/>
          </a:p>
          <a:p>
            <a:r>
              <a:rPr lang="en-US" dirty="0"/>
              <a:t>Over the last 16 years, my journey has evolved from designing solutions to enabling enterprise-wide capabilities.</a:t>
            </a:r>
          </a:p>
          <a:p>
            <a:endParaRPr lang="en-US" dirty="0"/>
          </a:p>
          <a:p>
            <a:r>
              <a:rPr lang="en-US" dirty="0"/>
              <a:t>Over the last six years with the organization, I have focused on building scalable platforms, accelerating cloud adoption, enabling AI integration, and creating reusable engineering models that help teams move faster while reducing operational complexity.</a:t>
            </a:r>
          </a:p>
          <a:p>
            <a:endParaRPr lang="en-US" dirty="0"/>
          </a:p>
          <a:p>
            <a:r>
              <a:rPr lang="en-US" dirty="0"/>
              <a:t>The common theme across my work has been creating leverage for the organization rather than delivering isolated projects.</a:t>
            </a:r>
          </a:p>
          <a:p>
            <a:endParaRPr lang="en-US" dirty="0"/>
          </a:p>
        </p:txBody>
      </p:sp>
      <p:sp>
        <p:nvSpPr>
          <p:cNvPr id="4" name="Slide Number Placeholder 3"/>
          <p:cNvSpPr>
            <a:spLocks noGrp="1"/>
          </p:cNvSpPr>
          <p:nvPr>
            <p:ph type="sldNum" sz="quarter" idx="5"/>
          </p:nvPr>
        </p:nvSpPr>
        <p:spPr/>
        <p:txBody>
          <a:bodyPr/>
          <a:lstStyle/>
          <a:p>
            <a:fld id="{8FBFD81D-6CA5-4D19-ABB8-98E478FE62BA}" type="slidenum">
              <a:rPr lang="en-US" smtClean="0"/>
              <a:t>1</a:t>
            </a:fld>
            <a:endParaRPr lang="en-US"/>
          </a:p>
        </p:txBody>
      </p:sp>
    </p:spTree>
    <p:extLst>
      <p:ext uri="{BB962C8B-B14F-4D97-AF65-F5344CB8AC3E}">
        <p14:creationId xmlns:p14="http://schemas.microsoft.com/office/powerpoint/2010/main" val="2703339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viewing these as individual projects, I approached them as opportunities to create reusable organizational capabilities.</a:t>
            </a:r>
          </a:p>
          <a:p>
            <a:endParaRPr lang="en-US" dirty="0"/>
          </a:p>
          <a:p>
            <a:r>
              <a:rPr lang="en-US" dirty="0"/>
              <a:t>The shared AKS onboarding model became a foundation for future teams.</a:t>
            </a:r>
          </a:p>
          <a:p>
            <a:endParaRPr lang="en-US" dirty="0"/>
          </a:p>
          <a:p>
            <a:r>
              <a:rPr lang="en-US" dirty="0"/>
              <a:t>The global SaaS implementation reduced duplication across regions.</a:t>
            </a:r>
          </a:p>
          <a:p>
            <a:endParaRPr lang="en-US" dirty="0"/>
          </a:p>
          <a:p>
            <a:r>
              <a:rPr lang="en-US" dirty="0"/>
              <a:t>The AI integration established strategic connectivity for future AI-driven initiatives.</a:t>
            </a:r>
          </a:p>
          <a:p>
            <a:endParaRPr lang="en-US" dirty="0"/>
          </a:p>
          <a:p>
            <a:r>
              <a:rPr lang="en-US" dirty="0"/>
              <a:t>The migration blueprint accelerated onboarding while reducing migration effort and operational risk</a:t>
            </a:r>
          </a:p>
          <a:p>
            <a:endParaRPr lang="en-US" dirty="0"/>
          </a:p>
        </p:txBody>
      </p:sp>
      <p:sp>
        <p:nvSpPr>
          <p:cNvPr id="4" name="Slide Number Placeholder 3"/>
          <p:cNvSpPr>
            <a:spLocks noGrp="1"/>
          </p:cNvSpPr>
          <p:nvPr>
            <p:ph type="sldNum" sz="quarter" idx="5"/>
          </p:nvPr>
        </p:nvSpPr>
        <p:spPr/>
        <p:txBody>
          <a:bodyPr/>
          <a:lstStyle/>
          <a:p>
            <a:fld id="{072A352D-C215-4D80-858A-6DE784FCC1C6}" type="slidenum">
              <a:rPr lang="en-US" smtClean="0"/>
              <a:t>2</a:t>
            </a:fld>
            <a:endParaRPr lang="en-US" dirty="0"/>
          </a:p>
        </p:txBody>
      </p:sp>
    </p:spTree>
    <p:extLst>
      <p:ext uri="{BB962C8B-B14F-4D97-AF65-F5344CB8AC3E}">
        <p14:creationId xmlns:p14="http://schemas.microsoft.com/office/powerpoint/2010/main" val="34648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4D83C-2E1F-F2F8-6F2A-96A2FAAB2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7672D-AF1A-DB4B-E6D0-5CB6F3047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62254-16DE-2ABD-DF80-717FE86E76CE}"/>
              </a:ext>
            </a:extLst>
          </p:cNvPr>
          <p:cNvSpPr>
            <a:spLocks noGrp="1"/>
          </p:cNvSpPr>
          <p:nvPr>
            <p:ph type="body" idx="1"/>
          </p:nvPr>
        </p:nvSpPr>
        <p:spPr/>
        <p:txBody>
          <a:bodyPr/>
          <a:lstStyle/>
          <a:p>
            <a:r>
              <a:rPr lang="en-US" dirty="0"/>
              <a:t>This work required coordination across teams with different objectives, priorities, and success metrics.</a:t>
            </a:r>
          </a:p>
          <a:p>
            <a:endParaRPr lang="en-US" dirty="0"/>
          </a:p>
          <a:p>
            <a:r>
              <a:rPr lang="en-US" dirty="0"/>
              <a:t>I did not have direct authority over these groups.</a:t>
            </a:r>
          </a:p>
          <a:p>
            <a:endParaRPr lang="en-US" dirty="0"/>
          </a:p>
          <a:p>
            <a:r>
              <a:rPr lang="en-US" dirty="0"/>
              <a:t>My role was to build consensus, align stakeholders around shared outcomes, and help teams understand enterprise-level benefits over local optimizations.</a:t>
            </a:r>
          </a:p>
          <a:p>
            <a:endParaRPr lang="en-US" dirty="0"/>
          </a:p>
          <a:p>
            <a:r>
              <a:rPr lang="en-US" dirty="0"/>
              <a:t>This approach enabled us to move forward on strategic initiatives that otherwise could have stalled due to competing priorities.</a:t>
            </a:r>
          </a:p>
          <a:p>
            <a:endParaRPr lang="en-US" dirty="0"/>
          </a:p>
        </p:txBody>
      </p:sp>
      <p:sp>
        <p:nvSpPr>
          <p:cNvPr id="4" name="Slide Number Placeholder 3">
            <a:extLst>
              <a:ext uri="{FF2B5EF4-FFF2-40B4-BE49-F238E27FC236}">
                <a16:creationId xmlns:a16="http://schemas.microsoft.com/office/drawing/2014/main" id="{28A98125-7445-C906-F421-4DBCD81B13A5}"/>
              </a:ext>
            </a:extLst>
          </p:cNvPr>
          <p:cNvSpPr>
            <a:spLocks noGrp="1"/>
          </p:cNvSpPr>
          <p:nvPr>
            <p:ph type="sldNum" sz="quarter" idx="5"/>
          </p:nvPr>
        </p:nvSpPr>
        <p:spPr/>
        <p:txBody>
          <a:bodyPr/>
          <a:lstStyle/>
          <a:p>
            <a:fld id="{7A11483B-A107-4A2E-9649-F66B9B80EEF6}" type="slidenum">
              <a:rPr lang="en-US" smtClean="0"/>
              <a:t>3</a:t>
            </a:fld>
            <a:endParaRPr lang="en-US" dirty="0"/>
          </a:p>
        </p:txBody>
      </p:sp>
    </p:spTree>
    <p:extLst>
      <p:ext uri="{BB962C8B-B14F-4D97-AF65-F5344CB8AC3E}">
        <p14:creationId xmlns:p14="http://schemas.microsoft.com/office/powerpoint/2010/main" val="2504939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27BE5-C7AA-53E0-FC0F-90C9FC3E2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69FE7-46CA-18EB-E97D-BCDFDE3F16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CEBA5-53D5-AD9A-06AE-9F0734678B9C}"/>
              </a:ext>
            </a:extLst>
          </p:cNvPr>
          <p:cNvSpPr>
            <a:spLocks noGrp="1"/>
          </p:cNvSpPr>
          <p:nvPr>
            <p:ph type="body" idx="1"/>
          </p:nvPr>
        </p:nvSpPr>
        <p:spPr/>
        <p:txBody>
          <a:bodyPr/>
          <a:lstStyle/>
          <a:p>
            <a:r>
              <a:rPr lang="en-US" dirty="0"/>
              <a:t>The most important leadership contributions were not technical decisions.</a:t>
            </a:r>
          </a:p>
          <a:p>
            <a:endParaRPr lang="en-US" dirty="0"/>
          </a:p>
          <a:p>
            <a:r>
              <a:rPr lang="en-US" dirty="0"/>
              <a:t>They were organizational decisions involving risk, prioritization, stakeholder alignment, and long-term platform strategy.</a:t>
            </a:r>
          </a:p>
          <a:p>
            <a:endParaRPr lang="en-US" dirty="0"/>
          </a:p>
          <a:p>
            <a:r>
              <a:rPr lang="en-US" dirty="0"/>
              <a:t>These initiatives required balancing delivery speed, operational stability, regulatory requirements, and future scalability.</a:t>
            </a:r>
          </a:p>
          <a:p>
            <a:endParaRPr lang="en-US" dirty="0"/>
          </a:p>
          <a:p>
            <a:r>
              <a:rPr lang="en-US" dirty="0"/>
              <a:t>My focus was creating sustainable decisions that would benefit the organization beyond the immediate project.</a:t>
            </a:r>
          </a:p>
        </p:txBody>
      </p:sp>
      <p:sp>
        <p:nvSpPr>
          <p:cNvPr id="4" name="Slide Number Placeholder 3">
            <a:extLst>
              <a:ext uri="{FF2B5EF4-FFF2-40B4-BE49-F238E27FC236}">
                <a16:creationId xmlns:a16="http://schemas.microsoft.com/office/drawing/2014/main" id="{954EE650-34D5-9FED-9F02-27BD6928C2CB}"/>
              </a:ext>
            </a:extLst>
          </p:cNvPr>
          <p:cNvSpPr>
            <a:spLocks noGrp="1"/>
          </p:cNvSpPr>
          <p:nvPr>
            <p:ph type="sldNum" sz="quarter" idx="5"/>
          </p:nvPr>
        </p:nvSpPr>
        <p:spPr/>
        <p:txBody>
          <a:bodyPr/>
          <a:lstStyle/>
          <a:p>
            <a:fld id="{072A352D-C215-4D80-858A-6DE784FCC1C6}" type="slidenum">
              <a:rPr lang="en-US" smtClean="0"/>
              <a:t>4</a:t>
            </a:fld>
            <a:endParaRPr lang="en-US" dirty="0"/>
          </a:p>
        </p:txBody>
      </p:sp>
    </p:spTree>
    <p:extLst>
      <p:ext uri="{BB962C8B-B14F-4D97-AF65-F5344CB8AC3E}">
        <p14:creationId xmlns:p14="http://schemas.microsoft.com/office/powerpoint/2010/main" val="3861343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68611-8088-A1EA-D157-13A7AA203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A95E4-2111-4A5A-F6E8-CD0C4F118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1BD95D-FE6C-1A8D-2FCA-85231141A1BD}"/>
              </a:ext>
            </a:extLst>
          </p:cNvPr>
          <p:cNvSpPr>
            <a:spLocks noGrp="1"/>
          </p:cNvSpPr>
          <p:nvPr>
            <p:ph type="body" idx="1"/>
          </p:nvPr>
        </p:nvSpPr>
        <p:spPr/>
        <p:txBody>
          <a:bodyPr/>
          <a:lstStyle/>
          <a:p>
            <a:r>
              <a:rPr lang="en-US" dirty="0"/>
              <a:t>This is ultimately about building scalable, well-governed capabilities that the firm can rely on.</a:t>
            </a:r>
          </a:p>
          <a:p>
            <a:endParaRPr lang="en-US" dirty="0"/>
          </a:p>
          <a:p>
            <a:r>
              <a:rPr lang="en-US" dirty="0"/>
              <a:t>I’ve established a strong foundation across cloud, SaaS, and AI - while ensuring alignment with Business priorities and Risk expectations.</a:t>
            </a:r>
          </a:p>
          <a:p>
            <a:endParaRPr lang="en-US" dirty="0"/>
          </a:p>
          <a:p>
            <a:r>
              <a:rPr lang="en-US" dirty="0"/>
              <a:t>The next phase is scaling this consistently across the organization and translating it into measurable business impact.</a:t>
            </a:r>
          </a:p>
          <a:p>
            <a:endParaRPr lang="en-US" dirty="0"/>
          </a:p>
          <a:p>
            <a:r>
              <a:rPr lang="en-US" dirty="0"/>
              <a:t>That’s where I’m focused - driving outcomes at scale, with the right balance of pace, control, and accountability</a:t>
            </a:r>
          </a:p>
          <a:p>
            <a:endParaRPr lang="en-US" b="0" dirty="0"/>
          </a:p>
        </p:txBody>
      </p:sp>
      <p:sp>
        <p:nvSpPr>
          <p:cNvPr id="4" name="Slide Number Placeholder 3">
            <a:extLst>
              <a:ext uri="{FF2B5EF4-FFF2-40B4-BE49-F238E27FC236}">
                <a16:creationId xmlns:a16="http://schemas.microsoft.com/office/drawing/2014/main" id="{7CBE2CD3-598D-7C1F-9486-B5BF406093F5}"/>
              </a:ext>
            </a:extLst>
          </p:cNvPr>
          <p:cNvSpPr>
            <a:spLocks noGrp="1"/>
          </p:cNvSpPr>
          <p:nvPr>
            <p:ph type="sldNum" sz="quarter" idx="5"/>
          </p:nvPr>
        </p:nvSpPr>
        <p:spPr/>
        <p:txBody>
          <a:bodyPr/>
          <a:lstStyle/>
          <a:p>
            <a:fld id="{072A352D-C215-4D80-858A-6DE784FCC1C6}" type="slidenum">
              <a:rPr lang="en-US" smtClean="0"/>
              <a:t>5</a:t>
            </a:fld>
            <a:endParaRPr lang="en-US" dirty="0"/>
          </a:p>
        </p:txBody>
      </p:sp>
    </p:spTree>
    <p:extLst>
      <p:ext uri="{BB962C8B-B14F-4D97-AF65-F5344CB8AC3E}">
        <p14:creationId xmlns:p14="http://schemas.microsoft.com/office/powerpoint/2010/main" val="2246391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opportunity to share my journey and impact. Across these initiatives, my focus has evolved from delivering technical solutions to building enterprise capabilities, aligning stakeholders, and creating scalable foundations for future growth. I'm excited to continue expanding that impact and helping shape the organization's next phase of platform and technology evolution. I'm happy to take any questions.</a:t>
            </a:r>
          </a:p>
        </p:txBody>
      </p:sp>
      <p:sp>
        <p:nvSpPr>
          <p:cNvPr id="4" name="Slide Number Placeholder 3"/>
          <p:cNvSpPr>
            <a:spLocks noGrp="1"/>
          </p:cNvSpPr>
          <p:nvPr>
            <p:ph type="sldNum" sz="quarter" idx="5"/>
          </p:nvPr>
        </p:nvSpPr>
        <p:spPr/>
        <p:txBody>
          <a:bodyPr/>
          <a:lstStyle/>
          <a:p>
            <a:fld id="{072A352D-C215-4D80-858A-6DE784FCC1C6}" type="slidenum">
              <a:rPr lang="en-US" smtClean="0"/>
              <a:t>6</a:t>
            </a:fld>
            <a:endParaRPr lang="en-US" dirty="0"/>
          </a:p>
        </p:txBody>
      </p:sp>
    </p:spTree>
    <p:extLst>
      <p:ext uri="{BB962C8B-B14F-4D97-AF65-F5344CB8AC3E}">
        <p14:creationId xmlns:p14="http://schemas.microsoft.com/office/powerpoint/2010/main" val="1357208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D2144-9CED-C7D1-A49F-66C8F4F5F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43C2C4-A925-183A-BCA1-5DBCDFA44F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B7DEF6-D365-248E-AD69-D7584EF9CAEB}"/>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5" name="Footer Placeholder 4">
            <a:extLst>
              <a:ext uri="{FF2B5EF4-FFF2-40B4-BE49-F238E27FC236}">
                <a16:creationId xmlns:a16="http://schemas.microsoft.com/office/drawing/2014/main" id="{535E0823-64AC-8436-2DC7-20A972F93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77CFF4-1AC9-1AF2-0ECE-B8A2F5A1AD05}"/>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3524891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47DD7-22EE-4049-38AE-BB5AB65CD3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392510-3A13-0E08-6188-8B0412CE56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A2DC20-95BE-1CC7-9894-D7BDFAB86D2E}"/>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5" name="Footer Placeholder 4">
            <a:extLst>
              <a:ext uri="{FF2B5EF4-FFF2-40B4-BE49-F238E27FC236}">
                <a16:creationId xmlns:a16="http://schemas.microsoft.com/office/drawing/2014/main" id="{C1A6DEED-2E32-5912-37D8-7607534EC6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8A210E-4400-8633-4F31-60FEB038CDC4}"/>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428051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5E136-50C4-3A6D-B459-1085D09799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5008EF-69A5-5D80-B321-7360077C9D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A08623-2239-B8B2-BCA7-589FA7FD4B46}"/>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5" name="Footer Placeholder 4">
            <a:extLst>
              <a:ext uri="{FF2B5EF4-FFF2-40B4-BE49-F238E27FC236}">
                <a16:creationId xmlns:a16="http://schemas.microsoft.com/office/drawing/2014/main" id="{E781F253-166E-AE8C-BC20-DD7ABBEB91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6E2481-3D6D-4CDF-A8E6-F12A4DD676E5}"/>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749631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D5E88-DF60-15E3-FB7D-9EBB1BED4A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178D3E-EC21-C95A-5EAF-511816164E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4723DB-7B89-E975-E0F1-26B1193744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1E76D-9CD2-5E5A-5933-817FD0E6DFBF}"/>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6" name="Footer Placeholder 5">
            <a:extLst>
              <a:ext uri="{FF2B5EF4-FFF2-40B4-BE49-F238E27FC236}">
                <a16:creationId xmlns:a16="http://schemas.microsoft.com/office/drawing/2014/main" id="{83B709E1-C32E-E0EE-8D38-DFC0649691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A7EA75-36A1-794A-EB86-2084CAE1A387}"/>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4272996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3E726-A0D1-7B3E-7FF5-2D8DCA594A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EF93AF-82FE-373C-D915-B98B4E43F5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D6FF3B-F6F7-264E-A4CB-5D9E486111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820832-ACC7-DF26-7B99-86EE577061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1CEB4A-B352-D19C-5555-1947ADB3F2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3B4B02-909B-00A4-7B0C-FBB61DEBC22B}"/>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8" name="Footer Placeholder 7">
            <a:extLst>
              <a:ext uri="{FF2B5EF4-FFF2-40B4-BE49-F238E27FC236}">
                <a16:creationId xmlns:a16="http://schemas.microsoft.com/office/drawing/2014/main" id="{E14E41FF-6305-2DA7-32FF-9F8EB3E16E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4F11F5-5016-64E2-321E-E0FD6CB5B398}"/>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259351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DC41D-DCDD-D27B-61F9-6393AC5A2F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E7035E-A6AE-E86C-CA8A-90C834D1DA88}"/>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4" name="Footer Placeholder 3">
            <a:extLst>
              <a:ext uri="{FF2B5EF4-FFF2-40B4-BE49-F238E27FC236}">
                <a16:creationId xmlns:a16="http://schemas.microsoft.com/office/drawing/2014/main" id="{87827FE4-9707-08E6-8589-B613C865D3D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5AB192-A9D9-4FDA-6BC2-CFAF5AA9DA7E}"/>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633791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08A6F1-1328-7154-4A83-528CB0D18EEF}"/>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3" name="Footer Placeholder 2">
            <a:extLst>
              <a:ext uri="{FF2B5EF4-FFF2-40B4-BE49-F238E27FC236}">
                <a16:creationId xmlns:a16="http://schemas.microsoft.com/office/drawing/2014/main" id="{1A20F928-4FF5-D3E5-D931-0B695978C6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EDBE08-92B6-7D81-5022-2B3A1494A5F3}"/>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2281174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97897-2D21-D1A7-8A43-616E1CE013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F0C7A9-9575-E8EE-E40C-F78CA601EB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6B0911-30C3-A09E-8F39-6BD33E7877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DA9D22-E0DE-94B2-0C6F-73BD548A8641}"/>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6" name="Footer Placeholder 5">
            <a:extLst>
              <a:ext uri="{FF2B5EF4-FFF2-40B4-BE49-F238E27FC236}">
                <a16:creationId xmlns:a16="http://schemas.microsoft.com/office/drawing/2014/main" id="{BB25FA1A-9324-9621-AB5C-49AC7C8CC8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93318E-BADB-8475-050B-B6FFCF0F6D23}"/>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4123562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70F3F-3734-98A5-DE08-D7F66089AB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7019E2-2679-5997-0335-6BD0AE172E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3C100D-5832-D21C-7BA6-EC2C842405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6CC68C-7196-10CB-A98C-BA2D5A6A7CDC}"/>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6" name="Footer Placeholder 5">
            <a:extLst>
              <a:ext uri="{FF2B5EF4-FFF2-40B4-BE49-F238E27FC236}">
                <a16:creationId xmlns:a16="http://schemas.microsoft.com/office/drawing/2014/main" id="{86A7F0B5-1387-1F19-7AF7-1DAD1EB977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BB83C9-969C-DE4B-FD40-3114ACD05F23}"/>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123999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61D5-043E-3F30-371F-5CB00C7087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840C88-54B4-1F37-6666-5E6B1477E8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EB2C45-3F52-DF5E-6969-03F3CC7461FE}"/>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5" name="Footer Placeholder 4">
            <a:extLst>
              <a:ext uri="{FF2B5EF4-FFF2-40B4-BE49-F238E27FC236}">
                <a16:creationId xmlns:a16="http://schemas.microsoft.com/office/drawing/2014/main" id="{5D9E4533-0CF1-B8D6-B7DF-46ABA0C251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585D89-7765-166C-2D1B-F76EFDC14876}"/>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491612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A5D459-678B-91F5-CDCD-04967DE768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FFEA3F-A993-3EE0-E5B8-7DAB0BBED9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AA09AD-A1BF-63A7-94CC-1EABB7BABE40}"/>
              </a:ext>
            </a:extLst>
          </p:cNvPr>
          <p:cNvSpPr>
            <a:spLocks noGrp="1"/>
          </p:cNvSpPr>
          <p:nvPr>
            <p:ph type="dt" sz="half" idx="10"/>
          </p:nvPr>
        </p:nvSpPr>
        <p:spPr/>
        <p:txBody>
          <a:bodyPr/>
          <a:lstStyle/>
          <a:p>
            <a:fld id="{399AF002-543B-4115-8017-536D981ECE10}" type="datetimeFigureOut">
              <a:rPr lang="en-US" smtClean="0"/>
              <a:t>6/7/2026</a:t>
            </a:fld>
            <a:endParaRPr lang="en-US"/>
          </a:p>
        </p:txBody>
      </p:sp>
      <p:sp>
        <p:nvSpPr>
          <p:cNvPr id="5" name="Footer Placeholder 4">
            <a:extLst>
              <a:ext uri="{FF2B5EF4-FFF2-40B4-BE49-F238E27FC236}">
                <a16:creationId xmlns:a16="http://schemas.microsoft.com/office/drawing/2014/main" id="{14C304EB-19ED-89BC-D2A6-F4FED7B4F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FFB53-F98F-7968-B3C9-985C5D21B81D}"/>
              </a:ext>
            </a:extLst>
          </p:cNvPr>
          <p:cNvSpPr>
            <a:spLocks noGrp="1"/>
          </p:cNvSpPr>
          <p:nvPr>
            <p:ph type="sldNum" sz="quarter" idx="12"/>
          </p:nvPr>
        </p:nvSpPr>
        <p:spPr/>
        <p:txBody>
          <a:bodyPr/>
          <a:lstStyle/>
          <a:p>
            <a:fld id="{E6A05E61-7423-490F-8022-B19F035D24DC}" type="slidenum">
              <a:rPr lang="en-US" smtClean="0"/>
              <a:t>‹#›</a:t>
            </a:fld>
            <a:endParaRPr lang="en-US"/>
          </a:p>
        </p:txBody>
      </p:sp>
    </p:spTree>
    <p:extLst>
      <p:ext uri="{BB962C8B-B14F-4D97-AF65-F5344CB8AC3E}">
        <p14:creationId xmlns:p14="http://schemas.microsoft.com/office/powerpoint/2010/main" val="2340778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7386AF-0349-007C-7835-44345081D9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ECA66E-DF4F-06B5-F8F9-F9720F2CE1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6A6ADF-899E-BCFE-A203-88584B01FC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9AF002-543B-4115-8017-536D981ECE10}" type="datetimeFigureOut">
              <a:rPr lang="en-US" smtClean="0"/>
              <a:t>6/7/2026</a:t>
            </a:fld>
            <a:endParaRPr lang="en-US"/>
          </a:p>
        </p:txBody>
      </p:sp>
      <p:sp>
        <p:nvSpPr>
          <p:cNvPr id="5" name="Footer Placeholder 4">
            <a:extLst>
              <a:ext uri="{FF2B5EF4-FFF2-40B4-BE49-F238E27FC236}">
                <a16:creationId xmlns:a16="http://schemas.microsoft.com/office/drawing/2014/main" id="{4FFA7BB6-BD99-6266-D114-510E6F7431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8B755C7-CC77-32CD-670B-6DEFCF70ED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A05E61-7423-490F-8022-B19F035D24DC}" type="slidenum">
              <a:rPr lang="en-US" smtClean="0"/>
              <a:t>‹#›</a:t>
            </a:fld>
            <a:endParaRPr lang="en-US"/>
          </a:p>
        </p:txBody>
      </p:sp>
    </p:spTree>
    <p:extLst>
      <p:ext uri="{BB962C8B-B14F-4D97-AF65-F5344CB8AC3E}">
        <p14:creationId xmlns:p14="http://schemas.microsoft.com/office/powerpoint/2010/main" val="2995579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EFFFC-C06F-C40F-8673-3FA2A529ADE4}"/>
              </a:ext>
            </a:extLst>
          </p:cNvPr>
          <p:cNvSpPr>
            <a:spLocks noGrp="1"/>
          </p:cNvSpPr>
          <p:nvPr>
            <p:ph type="title"/>
          </p:nvPr>
        </p:nvSpPr>
        <p:spPr>
          <a:xfrm>
            <a:off x="838200" y="365126"/>
            <a:ext cx="10515600" cy="713662"/>
          </a:xfrm>
        </p:spPr>
        <p:txBody>
          <a:bodyPr>
            <a:normAutofit/>
          </a:bodyPr>
          <a:lstStyle/>
          <a:p>
            <a:r>
              <a:rPr lang="en-US" sz="3200" b="1" dirty="0"/>
              <a:t>From Solution Architect to Enterprise Engineering Leadership</a:t>
            </a:r>
          </a:p>
        </p:txBody>
      </p:sp>
      <p:sp>
        <p:nvSpPr>
          <p:cNvPr id="3" name="Content Placeholder 2">
            <a:extLst>
              <a:ext uri="{FF2B5EF4-FFF2-40B4-BE49-F238E27FC236}">
                <a16:creationId xmlns:a16="http://schemas.microsoft.com/office/drawing/2014/main" id="{25FA8A00-AC6B-7195-1ECC-3DDEAF46D6CE}"/>
              </a:ext>
            </a:extLst>
          </p:cNvPr>
          <p:cNvSpPr>
            <a:spLocks noGrp="1"/>
          </p:cNvSpPr>
          <p:nvPr>
            <p:ph idx="1"/>
          </p:nvPr>
        </p:nvSpPr>
        <p:spPr>
          <a:xfrm>
            <a:off x="838200" y="1157805"/>
            <a:ext cx="10515600" cy="4945044"/>
          </a:xfrm>
        </p:spPr>
        <p:txBody>
          <a:bodyPr>
            <a:normAutofit lnSpcReduction="10000"/>
          </a:bodyPr>
          <a:lstStyle/>
          <a:p>
            <a:pPr marL="0" marR="0">
              <a:lnSpc>
                <a:spcPct val="115000"/>
              </a:lnSpc>
              <a:spcAft>
                <a:spcPts val="800"/>
              </a:spcAft>
              <a:buNone/>
            </a:pPr>
            <a:r>
              <a:rPr lang="en-US" b="1" dirty="0"/>
              <a:t>MANJUNATH HIREMATH</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400" kern="100" dirty="0">
                <a:latin typeface="Calibri" panose="020F0502020204030204" pitchFamily="34" charset="0"/>
                <a:ea typeface="Calibri" panose="020F0502020204030204" pitchFamily="34" charset="0"/>
                <a:cs typeface="Times New Roman" panose="02020603050405020304" pitchFamily="18" charset="0"/>
              </a:rPr>
              <a:t>Architect   | </a:t>
            </a:r>
            <a:r>
              <a:rPr lang="en-US" sz="2400" b="1" kern="100" dirty="0">
                <a:latin typeface="Calibri" panose="020F0502020204030204" pitchFamily="34" charset="0"/>
                <a:ea typeface="Calibri" panose="020F0502020204030204" pitchFamily="34" charset="0"/>
                <a:cs typeface="Times New Roman" panose="02020603050405020304" pitchFamily="18" charset="0"/>
              </a:rPr>
              <a:t>Azure Solutions Architect Expert</a:t>
            </a:r>
          </a:p>
          <a:p>
            <a:pPr marL="0" indent="0">
              <a:buNone/>
            </a:pPr>
            <a:endParaRPr lang="en-US" b="1" dirty="0"/>
          </a:p>
          <a:p>
            <a:pPr marL="0" indent="0">
              <a:buNone/>
            </a:pPr>
            <a:r>
              <a:rPr lang="en-US" b="1" dirty="0"/>
              <a:t>Focus Areas</a:t>
            </a:r>
          </a:p>
          <a:p>
            <a:pPr marL="0" indent="0">
              <a:buNone/>
            </a:pPr>
            <a:r>
              <a:rPr lang="en-US" sz="2000" dirty="0"/>
              <a:t>• Enterprise Architecture </a:t>
            </a:r>
          </a:p>
          <a:p>
            <a:pPr marL="0" indent="0">
              <a:buNone/>
            </a:pPr>
            <a:r>
              <a:rPr lang="en-US" sz="2000" dirty="0"/>
              <a:t>• Cloud &amp; Platform Modernization </a:t>
            </a:r>
          </a:p>
          <a:p>
            <a:pPr marL="0" indent="0">
              <a:buNone/>
            </a:pPr>
            <a:r>
              <a:rPr lang="en-US" sz="2000" dirty="0"/>
              <a:t>• AI Enablement </a:t>
            </a:r>
          </a:p>
          <a:p>
            <a:pPr marL="0" indent="0">
              <a:buNone/>
            </a:pPr>
            <a:r>
              <a:rPr lang="en-US" sz="2000" dirty="0"/>
              <a:t>• Business &amp; Technology Alignment</a:t>
            </a:r>
          </a:p>
          <a:p>
            <a:pPr marL="0" indent="0">
              <a:buNone/>
            </a:pPr>
            <a:endParaRPr lang="en-US" sz="2000" dirty="0"/>
          </a:p>
          <a:p>
            <a:pPr marL="0" indent="0">
              <a:buNone/>
            </a:pPr>
            <a:endParaRPr lang="en-US" sz="2000" b="1" dirty="0"/>
          </a:p>
          <a:p>
            <a:pPr marL="0" indent="0">
              <a:buNone/>
            </a:pPr>
            <a:r>
              <a:rPr lang="en-US" sz="2000" b="1" dirty="0"/>
              <a:t>Building enterprise capabilities that scale beyond individual applications.</a:t>
            </a:r>
            <a:endParaRPr lang="en-US" sz="2000" dirty="0"/>
          </a:p>
          <a:p>
            <a:pPr marL="0" indent="0">
              <a:buNone/>
            </a:pPr>
            <a:endParaRPr lang="en-US" dirty="0"/>
          </a:p>
        </p:txBody>
      </p:sp>
      <p:cxnSp>
        <p:nvCxnSpPr>
          <p:cNvPr id="4" name="Straight Connector 3">
            <a:extLst>
              <a:ext uri="{FF2B5EF4-FFF2-40B4-BE49-F238E27FC236}">
                <a16:creationId xmlns:a16="http://schemas.microsoft.com/office/drawing/2014/main" id="{842BA168-C897-5BD1-96BE-EAE4501E0A89}"/>
              </a:ext>
            </a:extLst>
          </p:cNvPr>
          <p:cNvCxnSpPr>
            <a:cxnSpLocks/>
          </p:cNvCxnSpPr>
          <p:nvPr/>
        </p:nvCxnSpPr>
        <p:spPr>
          <a:xfrm>
            <a:off x="899160" y="2512031"/>
            <a:ext cx="10212512"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B01330D3-C9A6-5617-9B83-B60C6E4794E8}"/>
              </a:ext>
            </a:extLst>
          </p:cNvPr>
          <p:cNvCxnSpPr>
            <a:cxnSpLocks/>
          </p:cNvCxnSpPr>
          <p:nvPr/>
        </p:nvCxnSpPr>
        <p:spPr>
          <a:xfrm>
            <a:off x="989744" y="5184169"/>
            <a:ext cx="10212512"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28065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E4774-DAEB-BF8A-2393-B2BEDB09E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16D9AC-ECA8-4BA5-4213-BD4E4CE480A8}"/>
              </a:ext>
            </a:extLst>
          </p:cNvPr>
          <p:cNvSpPr>
            <a:spLocks noGrp="1"/>
          </p:cNvSpPr>
          <p:nvPr>
            <p:ph type="title"/>
          </p:nvPr>
        </p:nvSpPr>
        <p:spPr>
          <a:xfrm>
            <a:off x="651015" y="213145"/>
            <a:ext cx="10738441" cy="1434406"/>
          </a:xfrm>
          <a:solidFill>
            <a:schemeClr val="bg1"/>
          </a:solidFill>
        </p:spPr>
        <p:txBody>
          <a:bodyPr>
            <a:normAutofit/>
          </a:bodyPr>
          <a:lstStyle/>
          <a:p>
            <a:r>
              <a:rPr lang="en-US" sz="3200" b="1" dirty="0"/>
              <a:t>Building Foundations That Scale</a:t>
            </a:r>
          </a:p>
        </p:txBody>
      </p:sp>
      <p:sp>
        <p:nvSpPr>
          <p:cNvPr id="6" name="Rectangle 5">
            <a:extLst>
              <a:ext uri="{FF2B5EF4-FFF2-40B4-BE49-F238E27FC236}">
                <a16:creationId xmlns:a16="http://schemas.microsoft.com/office/drawing/2014/main" id="{0C4BD172-E825-E35A-3386-A295AC983556}"/>
              </a:ext>
            </a:extLst>
          </p:cNvPr>
          <p:cNvSpPr/>
          <p:nvPr/>
        </p:nvSpPr>
        <p:spPr>
          <a:xfrm>
            <a:off x="698817" y="2158601"/>
            <a:ext cx="2452797" cy="346239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endParaRPr lang="en-US" sz="2000" dirty="0">
              <a:solidFill>
                <a:schemeClr val="tx1"/>
              </a:solidFill>
            </a:endParaRPr>
          </a:p>
          <a:p>
            <a:r>
              <a:rPr lang="en-US" sz="2000" dirty="0">
                <a:solidFill>
                  <a:schemeClr val="tx1"/>
                </a:solidFill>
              </a:rPr>
              <a:t>Delivered </a:t>
            </a:r>
            <a:r>
              <a:rPr lang="en-US" sz="2000" dirty="0">
                <a:solidFill>
                  <a:srgbClr val="C00000"/>
                </a:solidFill>
              </a:rPr>
              <a:t>first client-facing application</a:t>
            </a:r>
            <a:r>
              <a:rPr lang="en-US" sz="2000" dirty="0">
                <a:solidFill>
                  <a:schemeClr val="tx1"/>
                </a:solidFill>
              </a:rPr>
              <a:t> on Azure shared AKS platform.</a:t>
            </a:r>
          </a:p>
        </p:txBody>
      </p:sp>
      <p:sp>
        <p:nvSpPr>
          <p:cNvPr id="10" name="TextBox 9">
            <a:extLst>
              <a:ext uri="{FF2B5EF4-FFF2-40B4-BE49-F238E27FC236}">
                <a16:creationId xmlns:a16="http://schemas.microsoft.com/office/drawing/2014/main" id="{6C4392F9-B1BC-94A2-E0B0-EBA30DD1C662}"/>
              </a:ext>
            </a:extLst>
          </p:cNvPr>
          <p:cNvSpPr txBox="1"/>
          <p:nvPr/>
        </p:nvSpPr>
        <p:spPr>
          <a:xfrm>
            <a:off x="698817" y="2137875"/>
            <a:ext cx="2321104" cy="954107"/>
          </a:xfrm>
          <a:prstGeom prst="rect">
            <a:avLst/>
          </a:prstGeom>
          <a:noFill/>
        </p:spPr>
        <p:txBody>
          <a:bodyPr wrap="square" rtlCol="0">
            <a:spAutoFit/>
          </a:bodyPr>
          <a:lstStyle/>
          <a:p>
            <a:r>
              <a:rPr lang="en-US" sz="2800" b="1" dirty="0"/>
              <a:t>SHARED AKS PLATFORM</a:t>
            </a:r>
          </a:p>
        </p:txBody>
      </p:sp>
      <p:sp>
        <p:nvSpPr>
          <p:cNvPr id="11" name="Rectangle 10">
            <a:extLst>
              <a:ext uri="{FF2B5EF4-FFF2-40B4-BE49-F238E27FC236}">
                <a16:creationId xmlns:a16="http://schemas.microsoft.com/office/drawing/2014/main" id="{C1718F61-38F6-91BC-DCED-7354DA25E0A0}"/>
              </a:ext>
            </a:extLst>
          </p:cNvPr>
          <p:cNvSpPr/>
          <p:nvPr/>
        </p:nvSpPr>
        <p:spPr>
          <a:xfrm>
            <a:off x="3270783" y="2137875"/>
            <a:ext cx="2452796" cy="3483115"/>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a:p>
            <a:pPr algn="just"/>
            <a:endParaRPr lang="en-US" sz="1400" dirty="0">
              <a:solidFill>
                <a:schemeClr val="tx1"/>
              </a:solidFill>
            </a:endParaRPr>
          </a:p>
          <a:p>
            <a:pPr algn="just"/>
            <a:endParaRPr lang="en-US"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r>
              <a:rPr lang="en-US" sz="2000" dirty="0">
                <a:solidFill>
                  <a:schemeClr val="tx1"/>
                </a:solidFill>
              </a:rPr>
              <a:t>Created first truly global </a:t>
            </a:r>
            <a:r>
              <a:rPr lang="en-US" sz="2000" dirty="0">
                <a:solidFill>
                  <a:srgbClr val="C00000"/>
                </a:solidFill>
              </a:rPr>
              <a:t>GraphQL/Node.js </a:t>
            </a:r>
            <a:r>
              <a:rPr lang="en-US" sz="2000" dirty="0">
                <a:solidFill>
                  <a:schemeClr val="tx1"/>
                </a:solidFill>
              </a:rPr>
              <a:t>instance supporting multiple business journeys.</a:t>
            </a:r>
          </a:p>
          <a:p>
            <a:endParaRPr lang="en-US" sz="2000" dirty="0">
              <a:solidFill>
                <a:schemeClr val="tx1"/>
              </a:solidFill>
            </a:endParaRPr>
          </a:p>
        </p:txBody>
      </p:sp>
      <p:sp>
        <p:nvSpPr>
          <p:cNvPr id="12" name="TextBox 11">
            <a:extLst>
              <a:ext uri="{FF2B5EF4-FFF2-40B4-BE49-F238E27FC236}">
                <a16:creationId xmlns:a16="http://schemas.microsoft.com/office/drawing/2014/main" id="{1E2F3EC6-1564-1434-18BF-9D5B7CC3E179}"/>
              </a:ext>
            </a:extLst>
          </p:cNvPr>
          <p:cNvSpPr txBox="1"/>
          <p:nvPr/>
        </p:nvSpPr>
        <p:spPr>
          <a:xfrm>
            <a:off x="3270783" y="2148147"/>
            <a:ext cx="2321104" cy="954107"/>
          </a:xfrm>
          <a:prstGeom prst="rect">
            <a:avLst/>
          </a:prstGeom>
          <a:noFill/>
        </p:spPr>
        <p:txBody>
          <a:bodyPr wrap="square" rtlCol="0">
            <a:spAutoFit/>
          </a:bodyPr>
          <a:lstStyle/>
          <a:p>
            <a:r>
              <a:rPr lang="en-US" sz="2800" b="1" dirty="0"/>
              <a:t>GLOBAL SAAS PLATFORM</a:t>
            </a:r>
          </a:p>
        </p:txBody>
      </p:sp>
      <p:sp>
        <p:nvSpPr>
          <p:cNvPr id="13" name="Rectangle 12">
            <a:extLst>
              <a:ext uri="{FF2B5EF4-FFF2-40B4-BE49-F238E27FC236}">
                <a16:creationId xmlns:a16="http://schemas.microsoft.com/office/drawing/2014/main" id="{2F1BC2DA-F0F4-F984-C109-25C9E358784D}"/>
              </a:ext>
            </a:extLst>
          </p:cNvPr>
          <p:cNvSpPr/>
          <p:nvPr/>
        </p:nvSpPr>
        <p:spPr>
          <a:xfrm>
            <a:off x="5834344" y="2158601"/>
            <a:ext cx="2758767" cy="346238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a:p>
            <a:endParaRPr lang="en-US" sz="1400" dirty="0">
              <a:solidFill>
                <a:schemeClr val="tx1"/>
              </a:solidFill>
            </a:endParaRPr>
          </a:p>
          <a:p>
            <a:r>
              <a:rPr lang="en-US" sz="2000" dirty="0">
                <a:solidFill>
                  <a:schemeClr val="tx1"/>
                </a:solidFill>
              </a:rPr>
              <a:t>Integrated </a:t>
            </a:r>
            <a:r>
              <a:rPr lang="en-US" sz="2000" dirty="0">
                <a:solidFill>
                  <a:srgbClr val="C00000"/>
                </a:solidFill>
              </a:rPr>
              <a:t>QUOTES</a:t>
            </a:r>
            <a:r>
              <a:rPr lang="en-US" sz="2000" dirty="0">
                <a:solidFill>
                  <a:schemeClr val="tx1"/>
                </a:solidFill>
              </a:rPr>
              <a:t> into enterprise </a:t>
            </a:r>
            <a:r>
              <a:rPr lang="en-US" sz="2000" dirty="0">
                <a:solidFill>
                  <a:srgbClr val="C00000"/>
                </a:solidFill>
              </a:rPr>
              <a:t>RED</a:t>
            </a:r>
            <a:r>
              <a:rPr lang="en-US" sz="2000" dirty="0">
                <a:solidFill>
                  <a:schemeClr val="tx1"/>
                </a:solidFill>
              </a:rPr>
              <a:t> platform.</a:t>
            </a:r>
          </a:p>
          <a:p>
            <a:endParaRPr lang="en-US" sz="2000" dirty="0">
              <a:solidFill>
                <a:schemeClr val="tx1"/>
              </a:solidFill>
            </a:endParaRPr>
          </a:p>
        </p:txBody>
      </p:sp>
      <p:sp>
        <p:nvSpPr>
          <p:cNvPr id="14" name="TextBox 13">
            <a:extLst>
              <a:ext uri="{FF2B5EF4-FFF2-40B4-BE49-F238E27FC236}">
                <a16:creationId xmlns:a16="http://schemas.microsoft.com/office/drawing/2014/main" id="{5B265AF1-C41B-2E11-F3DA-10181BCA71B7}"/>
              </a:ext>
            </a:extLst>
          </p:cNvPr>
          <p:cNvSpPr txBox="1"/>
          <p:nvPr/>
        </p:nvSpPr>
        <p:spPr>
          <a:xfrm>
            <a:off x="5834344" y="2127423"/>
            <a:ext cx="2758766" cy="523220"/>
          </a:xfrm>
          <a:prstGeom prst="rect">
            <a:avLst/>
          </a:prstGeom>
          <a:noFill/>
        </p:spPr>
        <p:txBody>
          <a:bodyPr wrap="square" rtlCol="0">
            <a:spAutoFit/>
          </a:bodyPr>
          <a:lstStyle/>
          <a:p>
            <a:r>
              <a:rPr lang="en-US" sz="2800" b="1" dirty="0"/>
              <a:t>AI ENABLEMENT</a:t>
            </a:r>
          </a:p>
        </p:txBody>
      </p:sp>
      <p:sp>
        <p:nvSpPr>
          <p:cNvPr id="15" name="Rectangle 14">
            <a:extLst>
              <a:ext uri="{FF2B5EF4-FFF2-40B4-BE49-F238E27FC236}">
                <a16:creationId xmlns:a16="http://schemas.microsoft.com/office/drawing/2014/main" id="{FCA0A324-82F8-C790-B8F3-BE395623696D}"/>
              </a:ext>
            </a:extLst>
          </p:cNvPr>
          <p:cNvSpPr/>
          <p:nvPr/>
        </p:nvSpPr>
        <p:spPr>
          <a:xfrm>
            <a:off x="8774130" y="2158601"/>
            <a:ext cx="2615326" cy="346238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a:p>
            <a:endParaRPr lang="en-US" sz="1400" dirty="0">
              <a:solidFill>
                <a:schemeClr val="tx1"/>
              </a:solidFill>
            </a:endParaRPr>
          </a:p>
          <a:p>
            <a:endParaRPr lang="en-US" sz="2000" dirty="0">
              <a:solidFill>
                <a:schemeClr val="tx1"/>
              </a:solidFill>
            </a:endParaRPr>
          </a:p>
          <a:p>
            <a:r>
              <a:rPr lang="en-US" sz="2000" dirty="0">
                <a:solidFill>
                  <a:schemeClr val="tx1"/>
                </a:solidFill>
              </a:rPr>
              <a:t>Established reusable migration patterns and integration blueprints.</a:t>
            </a:r>
          </a:p>
          <a:p>
            <a:endParaRPr lang="en-US" sz="2000" dirty="0">
              <a:solidFill>
                <a:schemeClr val="tx1"/>
              </a:solidFill>
            </a:endParaRPr>
          </a:p>
        </p:txBody>
      </p:sp>
      <p:sp>
        <p:nvSpPr>
          <p:cNvPr id="16" name="TextBox 15">
            <a:extLst>
              <a:ext uri="{FF2B5EF4-FFF2-40B4-BE49-F238E27FC236}">
                <a16:creationId xmlns:a16="http://schemas.microsoft.com/office/drawing/2014/main" id="{4C4880A0-8719-FAB1-4809-9920CFEAB92F}"/>
              </a:ext>
            </a:extLst>
          </p:cNvPr>
          <p:cNvSpPr txBox="1"/>
          <p:nvPr/>
        </p:nvSpPr>
        <p:spPr>
          <a:xfrm>
            <a:off x="8774130" y="2158601"/>
            <a:ext cx="2615325" cy="954107"/>
          </a:xfrm>
          <a:prstGeom prst="rect">
            <a:avLst/>
          </a:prstGeom>
          <a:noFill/>
        </p:spPr>
        <p:txBody>
          <a:bodyPr wrap="square" rtlCol="0">
            <a:spAutoFit/>
          </a:bodyPr>
          <a:lstStyle/>
          <a:p>
            <a:r>
              <a:rPr lang="en-US" sz="2800" b="1" dirty="0"/>
              <a:t>COMPANY-B MIGRATION</a:t>
            </a:r>
          </a:p>
        </p:txBody>
      </p:sp>
    </p:spTree>
    <p:extLst>
      <p:ext uri="{BB962C8B-B14F-4D97-AF65-F5344CB8AC3E}">
        <p14:creationId xmlns:p14="http://schemas.microsoft.com/office/powerpoint/2010/main" val="2794816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B38CB-4AEC-918D-3290-2B6EE5C4E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60E60-DA07-D984-4431-BBC9E7935506}"/>
              </a:ext>
            </a:extLst>
          </p:cNvPr>
          <p:cNvSpPr>
            <a:spLocks noGrp="1"/>
          </p:cNvSpPr>
          <p:nvPr>
            <p:ph type="title"/>
          </p:nvPr>
        </p:nvSpPr>
        <p:spPr>
          <a:xfrm>
            <a:off x="838200" y="365125"/>
            <a:ext cx="10515600" cy="610235"/>
          </a:xfrm>
        </p:spPr>
        <p:txBody>
          <a:bodyPr>
            <a:normAutofit/>
          </a:bodyPr>
          <a:lstStyle/>
          <a:p>
            <a:r>
              <a:rPr lang="en-US" sz="3200" b="1" dirty="0"/>
              <a:t>Driving Alignment Across Organizational Boundaries</a:t>
            </a:r>
          </a:p>
        </p:txBody>
      </p:sp>
      <p:graphicFrame>
        <p:nvGraphicFramePr>
          <p:cNvPr id="39" name="Table 38">
            <a:extLst>
              <a:ext uri="{FF2B5EF4-FFF2-40B4-BE49-F238E27FC236}">
                <a16:creationId xmlns:a16="http://schemas.microsoft.com/office/drawing/2014/main" id="{3E10228B-E1E6-4E5D-53D6-C0C94F6094E7}"/>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33080820"/>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2779265219"/>
                  </a:ext>
                </a:extLst>
              </a:tr>
            </a:tbl>
          </a:graphicData>
        </a:graphic>
      </p:graphicFrame>
      <p:sp>
        <p:nvSpPr>
          <p:cNvPr id="6" name="TextBox 5">
            <a:extLst>
              <a:ext uri="{FF2B5EF4-FFF2-40B4-BE49-F238E27FC236}">
                <a16:creationId xmlns:a16="http://schemas.microsoft.com/office/drawing/2014/main" id="{FB3354DF-FBC8-3046-298C-3ACE775A7690}"/>
              </a:ext>
            </a:extLst>
          </p:cNvPr>
          <p:cNvSpPr txBox="1"/>
          <p:nvPr/>
        </p:nvSpPr>
        <p:spPr>
          <a:xfrm>
            <a:off x="701040" y="5861408"/>
            <a:ext cx="10515600" cy="707886"/>
          </a:xfrm>
          <a:prstGeom prst="rect">
            <a:avLst/>
          </a:prstGeom>
          <a:noFill/>
        </p:spPr>
        <p:txBody>
          <a:bodyPr wrap="square">
            <a:spAutoFit/>
          </a:bodyPr>
          <a:lstStyle/>
          <a:p>
            <a:r>
              <a:rPr lang="en-US" sz="2000" b="1" dirty="0"/>
              <a:t>Achieved alignment without direct authority by focusing on shared business outcomes and long-term enterprise value.</a:t>
            </a:r>
          </a:p>
        </p:txBody>
      </p:sp>
      <p:graphicFrame>
        <p:nvGraphicFramePr>
          <p:cNvPr id="13" name="Diagram 12">
            <a:extLst>
              <a:ext uri="{FF2B5EF4-FFF2-40B4-BE49-F238E27FC236}">
                <a16:creationId xmlns:a16="http://schemas.microsoft.com/office/drawing/2014/main" id="{00C3414F-6B76-88F6-9F2B-4B540E025812}"/>
              </a:ext>
            </a:extLst>
          </p:cNvPr>
          <p:cNvGraphicFramePr/>
          <p:nvPr>
            <p:extLst>
              <p:ext uri="{D42A27DB-BD31-4B8C-83A1-F6EECF244321}">
                <p14:modId xmlns:p14="http://schemas.microsoft.com/office/powerpoint/2010/main" val="2579739380"/>
              </p:ext>
            </p:extLst>
          </p:nvPr>
        </p:nvGraphicFramePr>
        <p:xfrm>
          <a:off x="975360" y="975360"/>
          <a:ext cx="10378440" cy="6233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5" name="Graphic 14" descr="Cheers">
            <a:extLst>
              <a:ext uri="{FF2B5EF4-FFF2-40B4-BE49-F238E27FC236}">
                <a16:creationId xmlns:a16="http://schemas.microsoft.com/office/drawing/2014/main" id="{91BD39E3-39A1-188B-0762-9C60369E04F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50180" y="2915464"/>
            <a:ext cx="914400" cy="914400"/>
          </a:xfrm>
          <a:prstGeom prst="rect">
            <a:avLst/>
          </a:prstGeom>
        </p:spPr>
      </p:pic>
    </p:spTree>
    <p:extLst>
      <p:ext uri="{BB962C8B-B14F-4D97-AF65-F5344CB8AC3E}">
        <p14:creationId xmlns:p14="http://schemas.microsoft.com/office/powerpoint/2010/main" val="262201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59836-C5BA-1F6C-6F5A-8E938F44D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3DBAE-5410-2C8E-248D-1F64A5D294F9}"/>
              </a:ext>
            </a:extLst>
          </p:cNvPr>
          <p:cNvSpPr>
            <a:spLocks noGrp="1"/>
          </p:cNvSpPr>
          <p:nvPr>
            <p:ph type="title"/>
          </p:nvPr>
        </p:nvSpPr>
        <p:spPr>
          <a:xfrm>
            <a:off x="651015" y="213145"/>
            <a:ext cx="10738441" cy="1434406"/>
          </a:xfrm>
          <a:solidFill>
            <a:schemeClr val="bg1"/>
          </a:solidFill>
        </p:spPr>
        <p:txBody>
          <a:bodyPr>
            <a:normAutofit/>
          </a:bodyPr>
          <a:lstStyle/>
          <a:p>
            <a:r>
              <a:rPr lang="en-US" sz="3200" b="1" dirty="0"/>
              <a:t>Managing Complexity While Enabling Growth</a:t>
            </a:r>
          </a:p>
        </p:txBody>
      </p:sp>
      <p:sp>
        <p:nvSpPr>
          <p:cNvPr id="6" name="Rectangle 5">
            <a:extLst>
              <a:ext uri="{FF2B5EF4-FFF2-40B4-BE49-F238E27FC236}">
                <a16:creationId xmlns:a16="http://schemas.microsoft.com/office/drawing/2014/main" id="{93B8EA25-35C6-A924-00EE-AB91E30D1C1F}"/>
              </a:ext>
            </a:extLst>
          </p:cNvPr>
          <p:cNvSpPr/>
          <p:nvPr/>
        </p:nvSpPr>
        <p:spPr>
          <a:xfrm>
            <a:off x="698817" y="2250041"/>
            <a:ext cx="2452797" cy="346239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r>
              <a:rPr lang="en-US" sz="2000" dirty="0">
                <a:solidFill>
                  <a:schemeClr val="tx1"/>
                </a:solidFill>
              </a:rPr>
              <a:t>Partnered with SRE and Cloud teams to establish </a:t>
            </a:r>
            <a:r>
              <a:rPr lang="en-US" sz="2000" dirty="0">
                <a:solidFill>
                  <a:srgbClr val="C00000"/>
                </a:solidFill>
              </a:rPr>
              <a:t>operational readiness</a:t>
            </a:r>
            <a:r>
              <a:rPr lang="en-US" sz="2000" dirty="0">
                <a:solidFill>
                  <a:schemeClr val="tx1"/>
                </a:solidFill>
              </a:rPr>
              <a:t>.</a:t>
            </a:r>
          </a:p>
        </p:txBody>
      </p:sp>
      <p:sp>
        <p:nvSpPr>
          <p:cNvPr id="10" name="TextBox 9">
            <a:extLst>
              <a:ext uri="{FF2B5EF4-FFF2-40B4-BE49-F238E27FC236}">
                <a16:creationId xmlns:a16="http://schemas.microsoft.com/office/drawing/2014/main" id="{48845D58-E44D-8F32-71A5-1587AA4DF974}"/>
              </a:ext>
            </a:extLst>
          </p:cNvPr>
          <p:cNvSpPr txBox="1"/>
          <p:nvPr/>
        </p:nvSpPr>
        <p:spPr>
          <a:xfrm>
            <a:off x="698817" y="2229315"/>
            <a:ext cx="2321104" cy="954107"/>
          </a:xfrm>
          <a:prstGeom prst="rect">
            <a:avLst/>
          </a:prstGeom>
          <a:noFill/>
        </p:spPr>
        <p:txBody>
          <a:bodyPr wrap="square" rtlCol="0">
            <a:spAutoFit/>
          </a:bodyPr>
          <a:lstStyle/>
          <a:p>
            <a:r>
              <a:rPr lang="en-US" sz="2800" b="1" dirty="0"/>
              <a:t>SHARED AKS MATURITY</a:t>
            </a:r>
            <a:endParaRPr lang="en-US" sz="2800" dirty="0"/>
          </a:p>
        </p:txBody>
      </p:sp>
      <p:sp>
        <p:nvSpPr>
          <p:cNvPr id="11" name="Rectangle 10">
            <a:extLst>
              <a:ext uri="{FF2B5EF4-FFF2-40B4-BE49-F238E27FC236}">
                <a16:creationId xmlns:a16="http://schemas.microsoft.com/office/drawing/2014/main" id="{2BEB73BD-129A-E629-A018-9D1949B09069}"/>
              </a:ext>
            </a:extLst>
          </p:cNvPr>
          <p:cNvSpPr/>
          <p:nvPr/>
        </p:nvSpPr>
        <p:spPr>
          <a:xfrm>
            <a:off x="3270783" y="2229315"/>
            <a:ext cx="2452796" cy="3483115"/>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2000" dirty="0">
              <a:solidFill>
                <a:schemeClr val="tx1"/>
              </a:solidFill>
            </a:endParaRPr>
          </a:p>
          <a:p>
            <a:pPr algn="just"/>
            <a:endParaRPr lang="en-US" sz="2000" dirty="0">
              <a:solidFill>
                <a:schemeClr val="tx1"/>
              </a:solidFill>
            </a:endParaRPr>
          </a:p>
          <a:p>
            <a:pPr algn="just"/>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r>
              <a:rPr lang="en-US" sz="2000" dirty="0">
                <a:solidFill>
                  <a:schemeClr val="tx1"/>
                </a:solidFill>
              </a:rPr>
              <a:t>Standardized </a:t>
            </a:r>
            <a:r>
              <a:rPr lang="en-US" sz="2000" dirty="0">
                <a:solidFill>
                  <a:srgbClr val="C00000"/>
                </a:solidFill>
              </a:rPr>
              <a:t>integration architecture</a:t>
            </a:r>
            <a:r>
              <a:rPr lang="en-US" sz="2000" dirty="0">
                <a:solidFill>
                  <a:schemeClr val="tx1"/>
                </a:solidFill>
              </a:rPr>
              <a:t> for global scale.</a:t>
            </a:r>
          </a:p>
          <a:p>
            <a:endParaRPr lang="en-US" sz="2000" dirty="0">
              <a:solidFill>
                <a:schemeClr val="tx1"/>
              </a:solidFill>
            </a:endParaRPr>
          </a:p>
        </p:txBody>
      </p:sp>
      <p:sp>
        <p:nvSpPr>
          <p:cNvPr id="12" name="TextBox 11">
            <a:extLst>
              <a:ext uri="{FF2B5EF4-FFF2-40B4-BE49-F238E27FC236}">
                <a16:creationId xmlns:a16="http://schemas.microsoft.com/office/drawing/2014/main" id="{283632E2-9D6A-6A75-BE7A-02224F8E345D}"/>
              </a:ext>
            </a:extLst>
          </p:cNvPr>
          <p:cNvSpPr txBox="1"/>
          <p:nvPr/>
        </p:nvSpPr>
        <p:spPr>
          <a:xfrm>
            <a:off x="3270783" y="2239587"/>
            <a:ext cx="2321104" cy="1384995"/>
          </a:xfrm>
          <a:prstGeom prst="rect">
            <a:avLst/>
          </a:prstGeom>
          <a:noFill/>
        </p:spPr>
        <p:txBody>
          <a:bodyPr wrap="square" rtlCol="0">
            <a:spAutoFit/>
          </a:bodyPr>
          <a:lstStyle/>
          <a:p>
            <a:r>
              <a:rPr lang="en-US" sz="2800" b="1" dirty="0"/>
              <a:t>GLOBAL API GATEWAY TRANSITION</a:t>
            </a:r>
            <a:endParaRPr lang="en-US" sz="2800" dirty="0"/>
          </a:p>
        </p:txBody>
      </p:sp>
      <p:sp>
        <p:nvSpPr>
          <p:cNvPr id="13" name="Rectangle 12">
            <a:extLst>
              <a:ext uri="{FF2B5EF4-FFF2-40B4-BE49-F238E27FC236}">
                <a16:creationId xmlns:a16="http://schemas.microsoft.com/office/drawing/2014/main" id="{6A0A6C57-9C30-77BF-ED8E-10F337502A09}"/>
              </a:ext>
            </a:extLst>
          </p:cNvPr>
          <p:cNvSpPr/>
          <p:nvPr/>
        </p:nvSpPr>
        <p:spPr>
          <a:xfrm>
            <a:off x="5834344" y="2250041"/>
            <a:ext cx="2758767" cy="346238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r>
              <a:rPr lang="en-US" sz="2000" dirty="0">
                <a:solidFill>
                  <a:schemeClr val="tx1"/>
                </a:solidFill>
              </a:rPr>
              <a:t>Influenced </a:t>
            </a:r>
            <a:r>
              <a:rPr lang="en-US" sz="2000" dirty="0">
                <a:solidFill>
                  <a:srgbClr val="C00000"/>
                </a:solidFill>
              </a:rPr>
              <a:t>platform strategy</a:t>
            </a:r>
            <a:r>
              <a:rPr lang="en-US" sz="2000" dirty="0">
                <a:solidFill>
                  <a:schemeClr val="tx1"/>
                </a:solidFill>
              </a:rPr>
              <a:t> to support long-term business objectives.</a:t>
            </a:r>
          </a:p>
        </p:txBody>
      </p:sp>
      <p:sp>
        <p:nvSpPr>
          <p:cNvPr id="14" name="TextBox 13">
            <a:extLst>
              <a:ext uri="{FF2B5EF4-FFF2-40B4-BE49-F238E27FC236}">
                <a16:creationId xmlns:a16="http://schemas.microsoft.com/office/drawing/2014/main" id="{5A5C721A-8307-60F9-2F3C-6B178E0EBA0A}"/>
              </a:ext>
            </a:extLst>
          </p:cNvPr>
          <p:cNvSpPr txBox="1"/>
          <p:nvPr/>
        </p:nvSpPr>
        <p:spPr>
          <a:xfrm>
            <a:off x="5834344" y="2218863"/>
            <a:ext cx="2758766" cy="954107"/>
          </a:xfrm>
          <a:prstGeom prst="rect">
            <a:avLst/>
          </a:prstGeom>
          <a:noFill/>
        </p:spPr>
        <p:txBody>
          <a:bodyPr wrap="square" rtlCol="0">
            <a:spAutoFit/>
          </a:bodyPr>
          <a:lstStyle/>
          <a:p>
            <a:r>
              <a:rPr lang="en-US" sz="2800" b="1" dirty="0"/>
              <a:t>AI PLATFORM ADOPTION</a:t>
            </a:r>
            <a:endParaRPr lang="en-US" sz="2800" dirty="0"/>
          </a:p>
        </p:txBody>
      </p:sp>
      <p:sp>
        <p:nvSpPr>
          <p:cNvPr id="15" name="Rectangle 14">
            <a:extLst>
              <a:ext uri="{FF2B5EF4-FFF2-40B4-BE49-F238E27FC236}">
                <a16:creationId xmlns:a16="http://schemas.microsoft.com/office/drawing/2014/main" id="{3D9ECE45-2A21-BE0A-AA75-430C34EA38AC}"/>
              </a:ext>
            </a:extLst>
          </p:cNvPr>
          <p:cNvSpPr/>
          <p:nvPr/>
        </p:nvSpPr>
        <p:spPr>
          <a:xfrm>
            <a:off x="8774130" y="2250041"/>
            <a:ext cx="2615326" cy="346238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r>
              <a:rPr lang="en-US" sz="2000" dirty="0">
                <a:solidFill>
                  <a:schemeClr val="tx1"/>
                </a:solidFill>
              </a:rPr>
              <a:t>Aligned migration, risk, and governance teams to </a:t>
            </a:r>
            <a:r>
              <a:rPr lang="en-US" sz="2000" dirty="0">
                <a:solidFill>
                  <a:srgbClr val="C00000"/>
                </a:solidFill>
              </a:rPr>
              <a:t>accelerate execution.</a:t>
            </a:r>
          </a:p>
        </p:txBody>
      </p:sp>
      <p:sp>
        <p:nvSpPr>
          <p:cNvPr id="16" name="TextBox 15">
            <a:extLst>
              <a:ext uri="{FF2B5EF4-FFF2-40B4-BE49-F238E27FC236}">
                <a16:creationId xmlns:a16="http://schemas.microsoft.com/office/drawing/2014/main" id="{150BA20D-BF83-D2E6-AD20-375285734E94}"/>
              </a:ext>
            </a:extLst>
          </p:cNvPr>
          <p:cNvSpPr txBox="1"/>
          <p:nvPr/>
        </p:nvSpPr>
        <p:spPr>
          <a:xfrm>
            <a:off x="8774130" y="2250041"/>
            <a:ext cx="2615325" cy="1384995"/>
          </a:xfrm>
          <a:prstGeom prst="rect">
            <a:avLst/>
          </a:prstGeom>
          <a:noFill/>
        </p:spPr>
        <p:txBody>
          <a:bodyPr wrap="square" rtlCol="0">
            <a:spAutoFit/>
          </a:bodyPr>
          <a:lstStyle/>
          <a:p>
            <a:r>
              <a:rPr lang="en-US" sz="2800" b="1" dirty="0"/>
              <a:t>MIGRATION &amp; REGULATORY DEPENDENCIES</a:t>
            </a:r>
            <a:endParaRPr lang="en-US" sz="2800" dirty="0"/>
          </a:p>
        </p:txBody>
      </p:sp>
    </p:spTree>
    <p:extLst>
      <p:ext uri="{BB962C8B-B14F-4D97-AF65-F5344CB8AC3E}">
        <p14:creationId xmlns:p14="http://schemas.microsoft.com/office/powerpoint/2010/main" val="2131050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462D-DA41-6A67-618E-3C0C1D7AE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3769D-386F-EDE4-D339-FB66523FE52A}"/>
              </a:ext>
            </a:extLst>
          </p:cNvPr>
          <p:cNvSpPr>
            <a:spLocks noGrp="1"/>
          </p:cNvSpPr>
          <p:nvPr>
            <p:ph type="title"/>
          </p:nvPr>
        </p:nvSpPr>
        <p:spPr>
          <a:xfrm>
            <a:off x="651015" y="213145"/>
            <a:ext cx="10738441" cy="1434406"/>
          </a:xfrm>
          <a:solidFill>
            <a:schemeClr val="bg1"/>
          </a:solidFill>
        </p:spPr>
        <p:txBody>
          <a:bodyPr>
            <a:normAutofit/>
          </a:bodyPr>
          <a:lstStyle/>
          <a:p>
            <a:r>
              <a:rPr lang="en-US" sz="3200" b="1" dirty="0"/>
              <a:t>Strategic Impact &amp; Next Phase</a:t>
            </a:r>
          </a:p>
        </p:txBody>
      </p:sp>
      <p:graphicFrame>
        <p:nvGraphicFramePr>
          <p:cNvPr id="3" name="Diagram 2">
            <a:extLst>
              <a:ext uri="{FF2B5EF4-FFF2-40B4-BE49-F238E27FC236}">
                <a16:creationId xmlns:a16="http://schemas.microsoft.com/office/drawing/2014/main" id="{F242517D-42A0-A078-3054-E6AFAF581034}"/>
              </a:ext>
            </a:extLst>
          </p:cNvPr>
          <p:cNvGraphicFramePr/>
          <p:nvPr>
            <p:extLst>
              <p:ext uri="{D42A27DB-BD31-4B8C-83A1-F6EECF244321}">
                <p14:modId xmlns:p14="http://schemas.microsoft.com/office/powerpoint/2010/main" val="182830790"/>
              </p:ext>
            </p:extLst>
          </p:nvPr>
        </p:nvGraphicFramePr>
        <p:xfrm>
          <a:off x="802543" y="1439333"/>
          <a:ext cx="7976471" cy="48243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95037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00642-3D9F-6F61-5C0D-55E7844FC4C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279283C-07CC-D5ED-4187-80C59D1EDB5B}"/>
              </a:ext>
            </a:extLst>
          </p:cNvPr>
          <p:cNvSpPr>
            <a:spLocks noGrp="1"/>
          </p:cNvSpPr>
          <p:nvPr>
            <p:ph idx="1"/>
          </p:nvPr>
        </p:nvSpPr>
        <p:spPr>
          <a:xfrm>
            <a:off x="838200" y="924288"/>
            <a:ext cx="10515600" cy="4351338"/>
          </a:xfrm>
        </p:spPr>
        <p:txBody>
          <a:bodyPr/>
          <a:lstStyle/>
          <a:p>
            <a:pPr marL="0" indent="0" algn="ctr">
              <a:buNone/>
            </a:pPr>
            <a:endParaRPr lang="en-US" sz="3200" b="1" dirty="0"/>
          </a:p>
          <a:p>
            <a:pPr marL="0" indent="0" algn="ctr">
              <a:buNone/>
            </a:pPr>
            <a:endParaRPr lang="en-US" sz="3200" b="1" dirty="0"/>
          </a:p>
          <a:p>
            <a:pPr marL="0" indent="0" algn="ctr">
              <a:buNone/>
            </a:pPr>
            <a:endParaRPr lang="en-US" sz="3200" b="1" dirty="0"/>
          </a:p>
          <a:p>
            <a:pPr marL="0" indent="0" algn="ctr">
              <a:buNone/>
            </a:pPr>
            <a:r>
              <a:rPr lang="en-US" sz="3200" b="1" dirty="0"/>
              <a:t>Q&amp;A</a:t>
            </a:r>
          </a:p>
          <a:p>
            <a:pPr marL="0" indent="0" algn="ctr">
              <a:buNone/>
            </a:pPr>
            <a:endParaRPr lang="en-US" sz="3200" b="1" dirty="0"/>
          </a:p>
          <a:p>
            <a:pPr marL="0" indent="0" algn="ctr">
              <a:buNone/>
            </a:pPr>
            <a:endParaRPr lang="en-US" sz="3200" b="1" dirty="0"/>
          </a:p>
          <a:p>
            <a:pPr marL="0" indent="0" algn="ctr">
              <a:buNone/>
            </a:pPr>
            <a:r>
              <a:rPr lang="en-US" sz="3200" b="1" dirty="0"/>
              <a:t>Thank You</a:t>
            </a:r>
            <a:endParaRPr lang="en-US" sz="3200" dirty="0"/>
          </a:p>
        </p:txBody>
      </p:sp>
    </p:spTree>
    <p:extLst>
      <p:ext uri="{BB962C8B-B14F-4D97-AF65-F5344CB8AC3E}">
        <p14:creationId xmlns:p14="http://schemas.microsoft.com/office/powerpoint/2010/main" val="3586992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687</Words>
  <Application>Microsoft Office PowerPoint</Application>
  <PresentationFormat>Widescreen</PresentationFormat>
  <Paragraphs>134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From Solution Architect to Enterprise Engineering Leadership</vt:lpstr>
      <vt:lpstr>Building Foundations That Scale</vt:lpstr>
      <vt:lpstr>Driving Alignment Across Organizational Boundaries</vt:lpstr>
      <vt:lpstr>Managing Complexity While Enabling Growth</vt:lpstr>
      <vt:lpstr>Strategic Impact &amp; Next Phase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gayatri hiremath</dc:creator>
  <cp:lastModifiedBy>gayatri hiremath</cp:lastModifiedBy>
  <cp:revision>1</cp:revision>
  <dcterms:created xsi:type="dcterms:W3CDTF">2026-06-07T11:58:48Z</dcterms:created>
  <dcterms:modified xsi:type="dcterms:W3CDTF">2026-06-07T14:09:23Z</dcterms:modified>
</cp:coreProperties>
</file>